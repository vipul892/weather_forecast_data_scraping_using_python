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18"/>
  </p:notesMasterIdLst>
  <p:sldIdLst>
    <p:sldId id="256" r:id="rId2"/>
    <p:sldId id="269" r:id="rId3"/>
    <p:sldId id="268" r:id="rId4"/>
    <p:sldId id="267" r:id="rId5"/>
    <p:sldId id="260" r:id="rId6"/>
    <p:sldId id="266" r:id="rId7"/>
    <p:sldId id="265" r:id="rId8"/>
    <p:sldId id="278" r:id="rId9"/>
    <p:sldId id="263" r:id="rId10"/>
    <p:sldId id="271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7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7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F3496-D1CE-48B4-AE97-C7111C5129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56FB7C2-D92F-4A72-A13D-5206721D3683}">
      <dgm:prSet/>
      <dgm:spPr/>
      <dgm:t>
        <a:bodyPr/>
        <a:lstStyle/>
        <a:p>
          <a:r>
            <a:rPr lang="en-US" dirty="0"/>
            <a:t>Built an automated system to extract weather data from websites </a:t>
          </a:r>
        </a:p>
      </dgm:t>
    </dgm:pt>
    <dgm:pt modelId="{142E6C64-0E23-4900-BBB0-A88DA0F7E9EF}" type="parTrans" cxnId="{84AE1A39-8D9E-4274-987B-055125178B00}">
      <dgm:prSet/>
      <dgm:spPr/>
      <dgm:t>
        <a:bodyPr/>
        <a:lstStyle/>
        <a:p>
          <a:endParaRPr lang="en-US"/>
        </a:p>
      </dgm:t>
    </dgm:pt>
    <dgm:pt modelId="{1A10D509-A75A-4966-A89C-CA614E5CCEE5}" type="sibTrans" cxnId="{84AE1A39-8D9E-4274-987B-055125178B00}">
      <dgm:prSet/>
      <dgm:spPr/>
      <dgm:t>
        <a:bodyPr/>
        <a:lstStyle/>
        <a:p>
          <a:endParaRPr lang="en-US"/>
        </a:p>
      </dgm:t>
    </dgm:pt>
    <dgm:pt modelId="{A2A67D1F-FB41-4327-9C5A-F42CC5582668}">
      <dgm:prSet/>
      <dgm:spPr/>
      <dgm:t>
        <a:bodyPr/>
        <a:lstStyle/>
        <a:p>
          <a:r>
            <a:rPr lang="en-US" dirty="0"/>
            <a:t>Designed a </a:t>
          </a:r>
          <a:r>
            <a:rPr lang="en-US" b="1" dirty="0"/>
            <a:t>modular and scalable architecture</a:t>
          </a:r>
          <a:r>
            <a:rPr lang="en-US" dirty="0"/>
            <a:t> </a:t>
          </a:r>
        </a:p>
      </dgm:t>
    </dgm:pt>
    <dgm:pt modelId="{274DCB96-F711-4423-B5D2-2CBAF3CCDFC3}" type="parTrans" cxnId="{E0C4472C-66AB-4495-8235-101B21DF88A3}">
      <dgm:prSet/>
      <dgm:spPr/>
      <dgm:t>
        <a:bodyPr/>
        <a:lstStyle/>
        <a:p>
          <a:endParaRPr lang="en-US"/>
        </a:p>
      </dgm:t>
    </dgm:pt>
    <dgm:pt modelId="{AD2DC939-4485-4EA0-B8CF-0DE574F29BF0}" type="sibTrans" cxnId="{E0C4472C-66AB-4495-8235-101B21DF88A3}">
      <dgm:prSet/>
      <dgm:spPr/>
      <dgm:t>
        <a:bodyPr/>
        <a:lstStyle/>
        <a:p>
          <a:endParaRPr lang="en-US"/>
        </a:p>
      </dgm:t>
    </dgm:pt>
    <dgm:pt modelId="{6A3726EC-4CF2-4F9B-9898-96A27E4D2E1F}">
      <dgm:prSet/>
      <dgm:spPr/>
      <dgm:t>
        <a:bodyPr/>
        <a:lstStyle/>
        <a:p>
          <a:r>
            <a:rPr lang="en-US" dirty="0"/>
            <a:t>Stored real-time data into </a:t>
          </a:r>
          <a:r>
            <a:rPr lang="en-US" b="1" dirty="0"/>
            <a:t>MySQL database</a:t>
          </a:r>
          <a:r>
            <a:rPr lang="en-US" dirty="0"/>
            <a:t> and </a:t>
          </a:r>
          <a:r>
            <a:rPr lang="en-US" b="1" dirty="0"/>
            <a:t>CSV</a:t>
          </a:r>
          <a:endParaRPr lang="en-US" dirty="0"/>
        </a:p>
      </dgm:t>
    </dgm:pt>
    <dgm:pt modelId="{B6A25861-5445-42DE-BB9F-EF319D703CE4}" type="parTrans" cxnId="{150346C5-8970-4162-B6CC-AA8CA0BEF9BF}">
      <dgm:prSet/>
      <dgm:spPr/>
      <dgm:t>
        <a:bodyPr/>
        <a:lstStyle/>
        <a:p>
          <a:endParaRPr lang="en-US"/>
        </a:p>
      </dgm:t>
    </dgm:pt>
    <dgm:pt modelId="{B2D55C18-065A-4057-B088-047E4EECABD7}" type="sibTrans" cxnId="{150346C5-8970-4162-B6CC-AA8CA0BEF9BF}">
      <dgm:prSet/>
      <dgm:spPr/>
      <dgm:t>
        <a:bodyPr/>
        <a:lstStyle/>
        <a:p>
          <a:endParaRPr lang="en-US"/>
        </a:p>
      </dgm:t>
    </dgm:pt>
    <dgm:pt modelId="{152BAFA9-21AC-4E48-95BA-95069DE8E8F4}">
      <dgm:prSet/>
      <dgm:spPr/>
      <dgm:t>
        <a:bodyPr/>
        <a:lstStyle/>
        <a:p>
          <a:r>
            <a:rPr lang="en-US" dirty="0"/>
            <a:t>Enabled data analysis for weather trends </a:t>
          </a:r>
        </a:p>
      </dgm:t>
    </dgm:pt>
    <dgm:pt modelId="{B4BAC4D8-0F12-4C75-864F-D8C6AF985B59}" type="parTrans" cxnId="{AFC4162E-F408-4C4A-87D2-CE1BFF440E71}">
      <dgm:prSet/>
      <dgm:spPr/>
      <dgm:t>
        <a:bodyPr/>
        <a:lstStyle/>
        <a:p>
          <a:endParaRPr lang="en-US"/>
        </a:p>
      </dgm:t>
    </dgm:pt>
    <dgm:pt modelId="{93F7D193-F3E3-4890-B530-0B6300A93A08}" type="sibTrans" cxnId="{AFC4162E-F408-4C4A-87D2-CE1BFF440E71}">
      <dgm:prSet/>
      <dgm:spPr/>
      <dgm:t>
        <a:bodyPr/>
        <a:lstStyle/>
        <a:p>
          <a:endParaRPr lang="en-US"/>
        </a:p>
      </dgm:t>
    </dgm:pt>
    <dgm:pt modelId="{C8D4FBA3-915F-44A9-BDE2-4C179C286BF1}" type="pres">
      <dgm:prSet presAssocID="{9BDF3496-D1CE-48B4-AE97-C7111C512990}" presName="root" presStyleCnt="0">
        <dgm:presLayoutVars>
          <dgm:dir/>
          <dgm:resizeHandles val="exact"/>
        </dgm:presLayoutVars>
      </dgm:prSet>
      <dgm:spPr/>
    </dgm:pt>
    <dgm:pt modelId="{DFA2FCDF-A50A-4879-BCD4-BD061DF4013B}" type="pres">
      <dgm:prSet presAssocID="{156FB7C2-D92F-4A72-A13D-5206721D3683}" presName="compNode" presStyleCnt="0"/>
      <dgm:spPr/>
    </dgm:pt>
    <dgm:pt modelId="{785BB574-DE60-4117-9A68-6F910C05E136}" type="pres">
      <dgm:prSet presAssocID="{156FB7C2-D92F-4A72-A13D-5206721D3683}" presName="bgRect" presStyleLbl="bgShp" presStyleIdx="0" presStyleCnt="4"/>
      <dgm:spPr/>
    </dgm:pt>
    <dgm:pt modelId="{B8A967D1-2827-4C12-957E-775D8430D493}" type="pres">
      <dgm:prSet presAssocID="{156FB7C2-D92F-4A72-A13D-5206721D368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B78516A-77EA-4563-A0F1-E2FB6992806F}" type="pres">
      <dgm:prSet presAssocID="{156FB7C2-D92F-4A72-A13D-5206721D3683}" presName="spaceRect" presStyleCnt="0"/>
      <dgm:spPr/>
    </dgm:pt>
    <dgm:pt modelId="{8984A930-AC71-4156-B310-FEC6F1A2DDCC}" type="pres">
      <dgm:prSet presAssocID="{156FB7C2-D92F-4A72-A13D-5206721D3683}" presName="parTx" presStyleLbl="revTx" presStyleIdx="0" presStyleCnt="4">
        <dgm:presLayoutVars>
          <dgm:chMax val="0"/>
          <dgm:chPref val="0"/>
        </dgm:presLayoutVars>
      </dgm:prSet>
      <dgm:spPr/>
    </dgm:pt>
    <dgm:pt modelId="{E8FAC166-0C72-4019-9C03-5F61838C5E1E}" type="pres">
      <dgm:prSet presAssocID="{1A10D509-A75A-4966-A89C-CA614E5CCEE5}" presName="sibTrans" presStyleCnt="0"/>
      <dgm:spPr/>
    </dgm:pt>
    <dgm:pt modelId="{87790009-EA4E-4BC4-BE48-1B19AF52276D}" type="pres">
      <dgm:prSet presAssocID="{A2A67D1F-FB41-4327-9C5A-F42CC5582668}" presName="compNode" presStyleCnt="0"/>
      <dgm:spPr/>
    </dgm:pt>
    <dgm:pt modelId="{13D4ABA0-CB15-4E66-A082-15CA0BE250E5}" type="pres">
      <dgm:prSet presAssocID="{A2A67D1F-FB41-4327-9C5A-F42CC5582668}" presName="bgRect" presStyleLbl="bgShp" presStyleIdx="1" presStyleCnt="4"/>
      <dgm:spPr/>
    </dgm:pt>
    <dgm:pt modelId="{70876D45-6B65-4CC4-9412-4B7329359413}" type="pres">
      <dgm:prSet presAssocID="{A2A67D1F-FB41-4327-9C5A-F42CC558266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503361F-235A-4079-B84A-40A9DC67A19E}" type="pres">
      <dgm:prSet presAssocID="{A2A67D1F-FB41-4327-9C5A-F42CC5582668}" presName="spaceRect" presStyleCnt="0"/>
      <dgm:spPr/>
    </dgm:pt>
    <dgm:pt modelId="{B090E347-0B2C-40C1-8B6E-4F9D251D7175}" type="pres">
      <dgm:prSet presAssocID="{A2A67D1F-FB41-4327-9C5A-F42CC5582668}" presName="parTx" presStyleLbl="revTx" presStyleIdx="1" presStyleCnt="4">
        <dgm:presLayoutVars>
          <dgm:chMax val="0"/>
          <dgm:chPref val="0"/>
        </dgm:presLayoutVars>
      </dgm:prSet>
      <dgm:spPr/>
    </dgm:pt>
    <dgm:pt modelId="{89ACACC1-74AF-4EE4-BAF8-4415BD86A86D}" type="pres">
      <dgm:prSet presAssocID="{AD2DC939-4485-4EA0-B8CF-0DE574F29BF0}" presName="sibTrans" presStyleCnt="0"/>
      <dgm:spPr/>
    </dgm:pt>
    <dgm:pt modelId="{29C865B7-7B9D-4B21-9A1B-82AE1162A58F}" type="pres">
      <dgm:prSet presAssocID="{6A3726EC-4CF2-4F9B-9898-96A27E4D2E1F}" presName="compNode" presStyleCnt="0"/>
      <dgm:spPr/>
    </dgm:pt>
    <dgm:pt modelId="{25495F0A-EA02-477F-B0C9-F00F5917CE80}" type="pres">
      <dgm:prSet presAssocID="{6A3726EC-4CF2-4F9B-9898-96A27E4D2E1F}" presName="bgRect" presStyleLbl="bgShp" presStyleIdx="2" presStyleCnt="4"/>
      <dgm:spPr/>
    </dgm:pt>
    <dgm:pt modelId="{8999E1D0-C317-40C7-9C31-B032C3645442}" type="pres">
      <dgm:prSet presAssocID="{6A3726EC-4CF2-4F9B-9898-96A27E4D2E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9474623-AA9E-45E7-BF76-298AEDD8E840}" type="pres">
      <dgm:prSet presAssocID="{6A3726EC-4CF2-4F9B-9898-96A27E4D2E1F}" presName="spaceRect" presStyleCnt="0"/>
      <dgm:spPr/>
    </dgm:pt>
    <dgm:pt modelId="{EFC52B1E-E301-4B69-B29D-A1B275EA1584}" type="pres">
      <dgm:prSet presAssocID="{6A3726EC-4CF2-4F9B-9898-96A27E4D2E1F}" presName="parTx" presStyleLbl="revTx" presStyleIdx="2" presStyleCnt="4">
        <dgm:presLayoutVars>
          <dgm:chMax val="0"/>
          <dgm:chPref val="0"/>
        </dgm:presLayoutVars>
      </dgm:prSet>
      <dgm:spPr/>
    </dgm:pt>
    <dgm:pt modelId="{9443D9CB-573E-4FF2-AB79-DC7C97058371}" type="pres">
      <dgm:prSet presAssocID="{B2D55C18-065A-4057-B088-047E4EECABD7}" presName="sibTrans" presStyleCnt="0"/>
      <dgm:spPr/>
    </dgm:pt>
    <dgm:pt modelId="{CC6FCA2C-501F-4604-8DBB-41D8853E3457}" type="pres">
      <dgm:prSet presAssocID="{152BAFA9-21AC-4E48-95BA-95069DE8E8F4}" presName="compNode" presStyleCnt="0"/>
      <dgm:spPr/>
    </dgm:pt>
    <dgm:pt modelId="{DCD1F5A8-9CAB-433A-9661-3EE33FCDC147}" type="pres">
      <dgm:prSet presAssocID="{152BAFA9-21AC-4E48-95BA-95069DE8E8F4}" presName="bgRect" presStyleLbl="bgShp" presStyleIdx="3" presStyleCnt="4"/>
      <dgm:spPr/>
    </dgm:pt>
    <dgm:pt modelId="{C39172C4-2931-4905-B211-6E00755B5EC8}" type="pres">
      <dgm:prSet presAssocID="{152BAFA9-21AC-4E48-95BA-95069DE8E8F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6515BD72-07A7-4439-A471-826F61E5B726}" type="pres">
      <dgm:prSet presAssocID="{152BAFA9-21AC-4E48-95BA-95069DE8E8F4}" presName="spaceRect" presStyleCnt="0"/>
      <dgm:spPr/>
    </dgm:pt>
    <dgm:pt modelId="{764614BD-FD81-46D0-A365-7EC6D9C33F5E}" type="pres">
      <dgm:prSet presAssocID="{152BAFA9-21AC-4E48-95BA-95069DE8E8F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C60B412-DB1A-46E0-8322-5F23FC7513FD}" type="presOf" srcId="{9BDF3496-D1CE-48B4-AE97-C7111C512990}" destId="{C8D4FBA3-915F-44A9-BDE2-4C179C286BF1}" srcOrd="0" destOrd="0" presId="urn:microsoft.com/office/officeart/2018/2/layout/IconVerticalSolidList"/>
    <dgm:cxn modelId="{20EA0D17-3B40-471E-AF45-1E43F334643D}" type="presOf" srcId="{A2A67D1F-FB41-4327-9C5A-F42CC5582668}" destId="{B090E347-0B2C-40C1-8B6E-4F9D251D7175}" srcOrd="0" destOrd="0" presId="urn:microsoft.com/office/officeart/2018/2/layout/IconVerticalSolidList"/>
    <dgm:cxn modelId="{E0C4472C-66AB-4495-8235-101B21DF88A3}" srcId="{9BDF3496-D1CE-48B4-AE97-C7111C512990}" destId="{A2A67D1F-FB41-4327-9C5A-F42CC5582668}" srcOrd="1" destOrd="0" parTransId="{274DCB96-F711-4423-B5D2-2CBAF3CCDFC3}" sibTransId="{AD2DC939-4485-4EA0-B8CF-0DE574F29BF0}"/>
    <dgm:cxn modelId="{AFC4162E-F408-4C4A-87D2-CE1BFF440E71}" srcId="{9BDF3496-D1CE-48B4-AE97-C7111C512990}" destId="{152BAFA9-21AC-4E48-95BA-95069DE8E8F4}" srcOrd="3" destOrd="0" parTransId="{B4BAC4D8-0F12-4C75-864F-D8C6AF985B59}" sibTransId="{93F7D193-F3E3-4890-B530-0B6300A93A08}"/>
    <dgm:cxn modelId="{84AE1A39-8D9E-4274-987B-055125178B00}" srcId="{9BDF3496-D1CE-48B4-AE97-C7111C512990}" destId="{156FB7C2-D92F-4A72-A13D-5206721D3683}" srcOrd="0" destOrd="0" parTransId="{142E6C64-0E23-4900-BBB0-A88DA0F7E9EF}" sibTransId="{1A10D509-A75A-4966-A89C-CA614E5CCEE5}"/>
    <dgm:cxn modelId="{09C7156D-E44F-4FCC-AC35-B89F1CA304F7}" type="presOf" srcId="{152BAFA9-21AC-4E48-95BA-95069DE8E8F4}" destId="{764614BD-FD81-46D0-A365-7EC6D9C33F5E}" srcOrd="0" destOrd="0" presId="urn:microsoft.com/office/officeart/2018/2/layout/IconVerticalSolidList"/>
    <dgm:cxn modelId="{AF3D8B83-7E78-4213-83D8-46B4476B2108}" type="presOf" srcId="{156FB7C2-D92F-4A72-A13D-5206721D3683}" destId="{8984A930-AC71-4156-B310-FEC6F1A2DDCC}" srcOrd="0" destOrd="0" presId="urn:microsoft.com/office/officeart/2018/2/layout/IconVerticalSolidList"/>
    <dgm:cxn modelId="{2E8FACB1-3BE3-4ECA-9148-E439F7DD6855}" type="presOf" srcId="{6A3726EC-4CF2-4F9B-9898-96A27E4D2E1F}" destId="{EFC52B1E-E301-4B69-B29D-A1B275EA1584}" srcOrd="0" destOrd="0" presId="urn:microsoft.com/office/officeart/2018/2/layout/IconVerticalSolidList"/>
    <dgm:cxn modelId="{150346C5-8970-4162-B6CC-AA8CA0BEF9BF}" srcId="{9BDF3496-D1CE-48B4-AE97-C7111C512990}" destId="{6A3726EC-4CF2-4F9B-9898-96A27E4D2E1F}" srcOrd="2" destOrd="0" parTransId="{B6A25861-5445-42DE-BB9F-EF319D703CE4}" sibTransId="{B2D55C18-065A-4057-B088-047E4EECABD7}"/>
    <dgm:cxn modelId="{247BBD71-6D23-4D4E-8BE4-3FAFA992B054}" type="presParOf" srcId="{C8D4FBA3-915F-44A9-BDE2-4C179C286BF1}" destId="{DFA2FCDF-A50A-4879-BCD4-BD061DF4013B}" srcOrd="0" destOrd="0" presId="urn:microsoft.com/office/officeart/2018/2/layout/IconVerticalSolidList"/>
    <dgm:cxn modelId="{C692B736-44BD-46C9-9B3D-39BBC0D48CC2}" type="presParOf" srcId="{DFA2FCDF-A50A-4879-BCD4-BD061DF4013B}" destId="{785BB574-DE60-4117-9A68-6F910C05E136}" srcOrd="0" destOrd="0" presId="urn:microsoft.com/office/officeart/2018/2/layout/IconVerticalSolidList"/>
    <dgm:cxn modelId="{6A29EB3B-13C3-476E-BCED-C4BFBC04DF18}" type="presParOf" srcId="{DFA2FCDF-A50A-4879-BCD4-BD061DF4013B}" destId="{B8A967D1-2827-4C12-957E-775D8430D493}" srcOrd="1" destOrd="0" presId="urn:microsoft.com/office/officeart/2018/2/layout/IconVerticalSolidList"/>
    <dgm:cxn modelId="{78EA2EEB-876A-4427-B5D3-5D9DAAA82B15}" type="presParOf" srcId="{DFA2FCDF-A50A-4879-BCD4-BD061DF4013B}" destId="{2B78516A-77EA-4563-A0F1-E2FB6992806F}" srcOrd="2" destOrd="0" presId="urn:microsoft.com/office/officeart/2018/2/layout/IconVerticalSolidList"/>
    <dgm:cxn modelId="{D3D16CCD-E20C-4EDB-A27B-F5BB6D6AA61C}" type="presParOf" srcId="{DFA2FCDF-A50A-4879-BCD4-BD061DF4013B}" destId="{8984A930-AC71-4156-B310-FEC6F1A2DDCC}" srcOrd="3" destOrd="0" presId="urn:microsoft.com/office/officeart/2018/2/layout/IconVerticalSolidList"/>
    <dgm:cxn modelId="{D2C1565F-ED6F-4157-B88E-209BE8B4CB48}" type="presParOf" srcId="{C8D4FBA3-915F-44A9-BDE2-4C179C286BF1}" destId="{E8FAC166-0C72-4019-9C03-5F61838C5E1E}" srcOrd="1" destOrd="0" presId="urn:microsoft.com/office/officeart/2018/2/layout/IconVerticalSolidList"/>
    <dgm:cxn modelId="{9CBF132A-D1C2-490F-A80A-7E523772CD66}" type="presParOf" srcId="{C8D4FBA3-915F-44A9-BDE2-4C179C286BF1}" destId="{87790009-EA4E-4BC4-BE48-1B19AF52276D}" srcOrd="2" destOrd="0" presId="urn:microsoft.com/office/officeart/2018/2/layout/IconVerticalSolidList"/>
    <dgm:cxn modelId="{EFB33ED7-1650-45A3-A1A8-23729D92CBCC}" type="presParOf" srcId="{87790009-EA4E-4BC4-BE48-1B19AF52276D}" destId="{13D4ABA0-CB15-4E66-A082-15CA0BE250E5}" srcOrd="0" destOrd="0" presId="urn:microsoft.com/office/officeart/2018/2/layout/IconVerticalSolidList"/>
    <dgm:cxn modelId="{1FB91E57-8401-45C0-960A-D0D797DAE3A4}" type="presParOf" srcId="{87790009-EA4E-4BC4-BE48-1B19AF52276D}" destId="{70876D45-6B65-4CC4-9412-4B7329359413}" srcOrd="1" destOrd="0" presId="urn:microsoft.com/office/officeart/2018/2/layout/IconVerticalSolidList"/>
    <dgm:cxn modelId="{C90CF725-2B5D-417A-A4AD-C6D52AC7356D}" type="presParOf" srcId="{87790009-EA4E-4BC4-BE48-1B19AF52276D}" destId="{1503361F-235A-4079-B84A-40A9DC67A19E}" srcOrd="2" destOrd="0" presId="urn:microsoft.com/office/officeart/2018/2/layout/IconVerticalSolidList"/>
    <dgm:cxn modelId="{B7A93AE3-92FA-4AFF-833C-85872256C72D}" type="presParOf" srcId="{87790009-EA4E-4BC4-BE48-1B19AF52276D}" destId="{B090E347-0B2C-40C1-8B6E-4F9D251D7175}" srcOrd="3" destOrd="0" presId="urn:microsoft.com/office/officeart/2018/2/layout/IconVerticalSolidList"/>
    <dgm:cxn modelId="{9F06F340-8E7F-4A75-9FDA-905A1706139B}" type="presParOf" srcId="{C8D4FBA3-915F-44A9-BDE2-4C179C286BF1}" destId="{89ACACC1-74AF-4EE4-BAF8-4415BD86A86D}" srcOrd="3" destOrd="0" presId="urn:microsoft.com/office/officeart/2018/2/layout/IconVerticalSolidList"/>
    <dgm:cxn modelId="{243DD45E-2AB6-4B2C-B2E3-2433732746C0}" type="presParOf" srcId="{C8D4FBA3-915F-44A9-BDE2-4C179C286BF1}" destId="{29C865B7-7B9D-4B21-9A1B-82AE1162A58F}" srcOrd="4" destOrd="0" presId="urn:microsoft.com/office/officeart/2018/2/layout/IconVerticalSolidList"/>
    <dgm:cxn modelId="{5CAC862C-829E-4FE0-99EA-16D369D6FDA5}" type="presParOf" srcId="{29C865B7-7B9D-4B21-9A1B-82AE1162A58F}" destId="{25495F0A-EA02-477F-B0C9-F00F5917CE80}" srcOrd="0" destOrd="0" presId="urn:microsoft.com/office/officeart/2018/2/layout/IconVerticalSolidList"/>
    <dgm:cxn modelId="{275AA9E0-6E8D-4F48-B884-C34644C3E8B2}" type="presParOf" srcId="{29C865B7-7B9D-4B21-9A1B-82AE1162A58F}" destId="{8999E1D0-C317-40C7-9C31-B032C3645442}" srcOrd="1" destOrd="0" presId="urn:microsoft.com/office/officeart/2018/2/layout/IconVerticalSolidList"/>
    <dgm:cxn modelId="{48AD7389-68B4-4735-967C-11A910D4BCEC}" type="presParOf" srcId="{29C865B7-7B9D-4B21-9A1B-82AE1162A58F}" destId="{59474623-AA9E-45E7-BF76-298AEDD8E840}" srcOrd="2" destOrd="0" presId="urn:microsoft.com/office/officeart/2018/2/layout/IconVerticalSolidList"/>
    <dgm:cxn modelId="{AC3B8617-63E9-4AF5-8D1F-7E8E1D9696AC}" type="presParOf" srcId="{29C865B7-7B9D-4B21-9A1B-82AE1162A58F}" destId="{EFC52B1E-E301-4B69-B29D-A1B275EA1584}" srcOrd="3" destOrd="0" presId="urn:microsoft.com/office/officeart/2018/2/layout/IconVerticalSolidList"/>
    <dgm:cxn modelId="{5B591A75-89CA-4453-8CBE-94C4C3B13096}" type="presParOf" srcId="{C8D4FBA3-915F-44A9-BDE2-4C179C286BF1}" destId="{9443D9CB-573E-4FF2-AB79-DC7C97058371}" srcOrd="5" destOrd="0" presId="urn:microsoft.com/office/officeart/2018/2/layout/IconVerticalSolidList"/>
    <dgm:cxn modelId="{DDD84041-4C27-48DB-AD79-FABFB62E17B1}" type="presParOf" srcId="{C8D4FBA3-915F-44A9-BDE2-4C179C286BF1}" destId="{CC6FCA2C-501F-4604-8DBB-41D8853E3457}" srcOrd="6" destOrd="0" presId="urn:microsoft.com/office/officeart/2018/2/layout/IconVerticalSolidList"/>
    <dgm:cxn modelId="{E9F7CC9D-165C-4E31-BCE3-9E65E1E7B98B}" type="presParOf" srcId="{CC6FCA2C-501F-4604-8DBB-41D8853E3457}" destId="{DCD1F5A8-9CAB-433A-9661-3EE33FCDC147}" srcOrd="0" destOrd="0" presId="urn:microsoft.com/office/officeart/2018/2/layout/IconVerticalSolidList"/>
    <dgm:cxn modelId="{B0A1CB87-FC93-4C34-B3D6-590AD3C3EB0D}" type="presParOf" srcId="{CC6FCA2C-501F-4604-8DBB-41D8853E3457}" destId="{C39172C4-2931-4905-B211-6E00755B5EC8}" srcOrd="1" destOrd="0" presId="urn:microsoft.com/office/officeart/2018/2/layout/IconVerticalSolidList"/>
    <dgm:cxn modelId="{C4CB06CD-B47C-4A14-BF6F-7937B6DC6EE7}" type="presParOf" srcId="{CC6FCA2C-501F-4604-8DBB-41D8853E3457}" destId="{6515BD72-07A7-4439-A471-826F61E5B726}" srcOrd="2" destOrd="0" presId="urn:microsoft.com/office/officeart/2018/2/layout/IconVerticalSolidList"/>
    <dgm:cxn modelId="{9FE3DD50-F1E7-454A-B71A-CD84CD054DF5}" type="presParOf" srcId="{CC6FCA2C-501F-4604-8DBB-41D8853E3457}" destId="{764614BD-FD81-46D0-A365-7EC6D9C33F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C29D98-6B78-45FC-879F-96AD08CAB1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15467FA-772D-4C04-880C-EA5D684D2B99}">
      <dgm:prSet/>
      <dgm:spPr/>
      <dgm:t>
        <a:bodyPr/>
        <a:lstStyle/>
        <a:p>
          <a:r>
            <a:rPr lang="en-US" dirty="0"/>
            <a:t>Weather data is scattered across websites </a:t>
          </a:r>
        </a:p>
      </dgm:t>
    </dgm:pt>
    <dgm:pt modelId="{9F8178E0-D053-423C-AE50-9A30855624D1}" type="parTrans" cxnId="{34FC62F2-669F-4289-B59C-9B760A211C44}">
      <dgm:prSet/>
      <dgm:spPr/>
      <dgm:t>
        <a:bodyPr/>
        <a:lstStyle/>
        <a:p>
          <a:endParaRPr lang="en-US"/>
        </a:p>
      </dgm:t>
    </dgm:pt>
    <dgm:pt modelId="{29713DED-30ED-4EF1-8A1D-E9BCE4A12EB1}" type="sibTrans" cxnId="{34FC62F2-669F-4289-B59C-9B760A211C44}">
      <dgm:prSet/>
      <dgm:spPr/>
      <dgm:t>
        <a:bodyPr/>
        <a:lstStyle/>
        <a:p>
          <a:endParaRPr lang="en-US"/>
        </a:p>
      </dgm:t>
    </dgm:pt>
    <dgm:pt modelId="{AC0970D2-230B-4B90-A23F-2014DFA392F8}">
      <dgm:prSet/>
      <dgm:spPr/>
      <dgm:t>
        <a:bodyPr/>
        <a:lstStyle/>
        <a:p>
          <a:r>
            <a:rPr lang="en-US" dirty="0"/>
            <a:t>Manual extraction is inefficient </a:t>
          </a:r>
        </a:p>
      </dgm:t>
    </dgm:pt>
    <dgm:pt modelId="{BC9E15D9-8151-432C-B4D0-3DF454FF3D9E}" type="parTrans" cxnId="{C1E6387A-E6FB-47D5-BF88-8754ED3E886C}">
      <dgm:prSet/>
      <dgm:spPr/>
      <dgm:t>
        <a:bodyPr/>
        <a:lstStyle/>
        <a:p>
          <a:endParaRPr lang="en-US"/>
        </a:p>
      </dgm:t>
    </dgm:pt>
    <dgm:pt modelId="{0177A275-17F2-4125-BE67-FD42FFECE3C7}" type="sibTrans" cxnId="{C1E6387A-E6FB-47D5-BF88-8754ED3E886C}">
      <dgm:prSet/>
      <dgm:spPr/>
      <dgm:t>
        <a:bodyPr/>
        <a:lstStyle/>
        <a:p>
          <a:endParaRPr lang="en-US"/>
        </a:p>
      </dgm:t>
    </dgm:pt>
    <dgm:pt modelId="{003E95E9-3932-489C-BE37-9C28F8AC8C91}">
      <dgm:prSet/>
      <dgm:spPr/>
      <dgm:t>
        <a:bodyPr/>
        <a:lstStyle/>
        <a:p>
          <a:r>
            <a:rPr lang="en-US" dirty="0"/>
            <a:t>Need automated pipeline for structured data collection </a:t>
          </a:r>
        </a:p>
      </dgm:t>
    </dgm:pt>
    <dgm:pt modelId="{3C8AFB01-0155-4105-95E8-95C5C343D720}" type="parTrans" cxnId="{8565FF26-63E8-4496-A654-EF49D493AD3C}">
      <dgm:prSet/>
      <dgm:spPr/>
      <dgm:t>
        <a:bodyPr/>
        <a:lstStyle/>
        <a:p>
          <a:endParaRPr lang="en-US"/>
        </a:p>
      </dgm:t>
    </dgm:pt>
    <dgm:pt modelId="{F38BD969-0E45-479D-BD49-BE276ED220D7}" type="sibTrans" cxnId="{8565FF26-63E8-4496-A654-EF49D493AD3C}">
      <dgm:prSet/>
      <dgm:spPr/>
      <dgm:t>
        <a:bodyPr/>
        <a:lstStyle/>
        <a:p>
          <a:endParaRPr lang="en-US"/>
        </a:p>
      </dgm:t>
    </dgm:pt>
    <dgm:pt modelId="{54A56ED4-A2AC-43A2-AA30-3E290DBEA244}" type="pres">
      <dgm:prSet presAssocID="{E0C29D98-6B78-45FC-879F-96AD08CAB199}" presName="root" presStyleCnt="0">
        <dgm:presLayoutVars>
          <dgm:dir/>
          <dgm:resizeHandles val="exact"/>
        </dgm:presLayoutVars>
      </dgm:prSet>
      <dgm:spPr/>
    </dgm:pt>
    <dgm:pt modelId="{EEA227C3-A65A-45CB-BF01-5BFDAE5A8CFC}" type="pres">
      <dgm:prSet presAssocID="{615467FA-772D-4C04-880C-EA5D684D2B99}" presName="compNode" presStyleCnt="0"/>
      <dgm:spPr/>
    </dgm:pt>
    <dgm:pt modelId="{4DBE4688-D9E1-4C04-BA11-6AB1DF5B5554}" type="pres">
      <dgm:prSet presAssocID="{615467FA-772D-4C04-880C-EA5D684D2B99}" presName="bgRect" presStyleLbl="bgShp" presStyleIdx="0" presStyleCnt="3"/>
      <dgm:spPr/>
    </dgm:pt>
    <dgm:pt modelId="{B10522AA-2A75-4B17-9FF3-1DF9EEF89382}" type="pres">
      <dgm:prSet presAssocID="{615467FA-772D-4C04-880C-EA5D684D2B9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D77D371-322F-41A4-81CB-25BB262E5A7B}" type="pres">
      <dgm:prSet presAssocID="{615467FA-772D-4C04-880C-EA5D684D2B99}" presName="spaceRect" presStyleCnt="0"/>
      <dgm:spPr/>
    </dgm:pt>
    <dgm:pt modelId="{9685C639-54B3-4598-9C0C-A88763A50DDB}" type="pres">
      <dgm:prSet presAssocID="{615467FA-772D-4C04-880C-EA5D684D2B99}" presName="parTx" presStyleLbl="revTx" presStyleIdx="0" presStyleCnt="3">
        <dgm:presLayoutVars>
          <dgm:chMax val="0"/>
          <dgm:chPref val="0"/>
        </dgm:presLayoutVars>
      </dgm:prSet>
      <dgm:spPr/>
    </dgm:pt>
    <dgm:pt modelId="{988678CB-4EC7-41E3-8D34-F296E8BF575D}" type="pres">
      <dgm:prSet presAssocID="{29713DED-30ED-4EF1-8A1D-E9BCE4A12EB1}" presName="sibTrans" presStyleCnt="0"/>
      <dgm:spPr/>
    </dgm:pt>
    <dgm:pt modelId="{816DBDB9-CD29-4BE5-9E2E-3CEA91DB1952}" type="pres">
      <dgm:prSet presAssocID="{AC0970D2-230B-4B90-A23F-2014DFA392F8}" presName="compNode" presStyleCnt="0"/>
      <dgm:spPr/>
    </dgm:pt>
    <dgm:pt modelId="{36CC17A7-5DF9-427D-B7AA-494B716AE75B}" type="pres">
      <dgm:prSet presAssocID="{AC0970D2-230B-4B90-A23F-2014DFA392F8}" presName="bgRect" presStyleLbl="bgShp" presStyleIdx="1" presStyleCnt="3" custLinFactNeighborX="311" custLinFactNeighborY="-581"/>
      <dgm:spPr/>
    </dgm:pt>
    <dgm:pt modelId="{2AE10211-E309-4AC0-8335-4F94F3B2D130}" type="pres">
      <dgm:prSet presAssocID="{AC0970D2-230B-4B90-A23F-2014DFA392F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D6CC2E1-342F-42D4-AB80-718A7782EC0B}" type="pres">
      <dgm:prSet presAssocID="{AC0970D2-230B-4B90-A23F-2014DFA392F8}" presName="spaceRect" presStyleCnt="0"/>
      <dgm:spPr/>
    </dgm:pt>
    <dgm:pt modelId="{88086C78-68CC-4300-8A0D-3256CC5F5483}" type="pres">
      <dgm:prSet presAssocID="{AC0970D2-230B-4B90-A23F-2014DFA392F8}" presName="parTx" presStyleLbl="revTx" presStyleIdx="1" presStyleCnt="3">
        <dgm:presLayoutVars>
          <dgm:chMax val="0"/>
          <dgm:chPref val="0"/>
        </dgm:presLayoutVars>
      </dgm:prSet>
      <dgm:spPr/>
    </dgm:pt>
    <dgm:pt modelId="{31CF3716-7460-4733-A4FD-FD7B59D008B9}" type="pres">
      <dgm:prSet presAssocID="{0177A275-17F2-4125-BE67-FD42FFECE3C7}" presName="sibTrans" presStyleCnt="0"/>
      <dgm:spPr/>
    </dgm:pt>
    <dgm:pt modelId="{93F560F3-68F4-4BEB-AF16-6A6BBBC063CC}" type="pres">
      <dgm:prSet presAssocID="{003E95E9-3932-489C-BE37-9C28F8AC8C91}" presName="compNode" presStyleCnt="0"/>
      <dgm:spPr/>
    </dgm:pt>
    <dgm:pt modelId="{2CBECFD2-935E-4088-B98B-686BE43874EB}" type="pres">
      <dgm:prSet presAssocID="{003E95E9-3932-489C-BE37-9C28F8AC8C91}" presName="bgRect" presStyleLbl="bgShp" presStyleIdx="2" presStyleCnt="3"/>
      <dgm:spPr/>
    </dgm:pt>
    <dgm:pt modelId="{2A6FD85F-EBCA-44C9-8C05-CBC592046757}" type="pres">
      <dgm:prSet presAssocID="{003E95E9-3932-489C-BE37-9C28F8AC8C9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E4978C0-A27E-4BDE-8088-8E5954EEAC43}" type="pres">
      <dgm:prSet presAssocID="{003E95E9-3932-489C-BE37-9C28F8AC8C91}" presName="spaceRect" presStyleCnt="0"/>
      <dgm:spPr/>
    </dgm:pt>
    <dgm:pt modelId="{0DA4683D-1344-440F-80BC-35B596F58D02}" type="pres">
      <dgm:prSet presAssocID="{003E95E9-3932-489C-BE37-9C28F8AC8C9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65FF26-63E8-4496-A654-EF49D493AD3C}" srcId="{E0C29D98-6B78-45FC-879F-96AD08CAB199}" destId="{003E95E9-3932-489C-BE37-9C28F8AC8C91}" srcOrd="2" destOrd="0" parTransId="{3C8AFB01-0155-4105-95E8-95C5C343D720}" sibTransId="{F38BD969-0E45-479D-BD49-BE276ED220D7}"/>
    <dgm:cxn modelId="{16B3A171-FC33-4940-BEC6-040E768D8494}" type="presOf" srcId="{AC0970D2-230B-4B90-A23F-2014DFA392F8}" destId="{88086C78-68CC-4300-8A0D-3256CC5F5483}" srcOrd="0" destOrd="0" presId="urn:microsoft.com/office/officeart/2018/2/layout/IconVerticalSolidList"/>
    <dgm:cxn modelId="{C1E6387A-E6FB-47D5-BF88-8754ED3E886C}" srcId="{E0C29D98-6B78-45FC-879F-96AD08CAB199}" destId="{AC0970D2-230B-4B90-A23F-2014DFA392F8}" srcOrd="1" destOrd="0" parTransId="{BC9E15D9-8151-432C-B4D0-3DF454FF3D9E}" sibTransId="{0177A275-17F2-4125-BE67-FD42FFECE3C7}"/>
    <dgm:cxn modelId="{2CBB93B6-9BF6-485B-BCD6-2CB4750BCCE2}" type="presOf" srcId="{615467FA-772D-4C04-880C-EA5D684D2B99}" destId="{9685C639-54B3-4598-9C0C-A88763A50DDB}" srcOrd="0" destOrd="0" presId="urn:microsoft.com/office/officeart/2018/2/layout/IconVerticalSolidList"/>
    <dgm:cxn modelId="{F9D41DBC-1228-4575-A376-4EA5205E620E}" type="presOf" srcId="{E0C29D98-6B78-45FC-879F-96AD08CAB199}" destId="{54A56ED4-A2AC-43A2-AA30-3E290DBEA244}" srcOrd="0" destOrd="0" presId="urn:microsoft.com/office/officeart/2018/2/layout/IconVerticalSolidList"/>
    <dgm:cxn modelId="{CE8138E5-7CF9-4E18-86AD-D4836F641379}" type="presOf" srcId="{003E95E9-3932-489C-BE37-9C28F8AC8C91}" destId="{0DA4683D-1344-440F-80BC-35B596F58D02}" srcOrd="0" destOrd="0" presId="urn:microsoft.com/office/officeart/2018/2/layout/IconVerticalSolidList"/>
    <dgm:cxn modelId="{34FC62F2-669F-4289-B59C-9B760A211C44}" srcId="{E0C29D98-6B78-45FC-879F-96AD08CAB199}" destId="{615467FA-772D-4C04-880C-EA5D684D2B99}" srcOrd="0" destOrd="0" parTransId="{9F8178E0-D053-423C-AE50-9A30855624D1}" sibTransId="{29713DED-30ED-4EF1-8A1D-E9BCE4A12EB1}"/>
    <dgm:cxn modelId="{0993A195-443A-4F94-AA92-DCF759F16145}" type="presParOf" srcId="{54A56ED4-A2AC-43A2-AA30-3E290DBEA244}" destId="{EEA227C3-A65A-45CB-BF01-5BFDAE5A8CFC}" srcOrd="0" destOrd="0" presId="urn:microsoft.com/office/officeart/2018/2/layout/IconVerticalSolidList"/>
    <dgm:cxn modelId="{EEEF6890-2656-4D77-BB2F-836B0DE0FE12}" type="presParOf" srcId="{EEA227C3-A65A-45CB-BF01-5BFDAE5A8CFC}" destId="{4DBE4688-D9E1-4C04-BA11-6AB1DF5B5554}" srcOrd="0" destOrd="0" presId="urn:microsoft.com/office/officeart/2018/2/layout/IconVerticalSolidList"/>
    <dgm:cxn modelId="{2F9E901A-54C7-446A-A2DC-5B7DC5CAFEDC}" type="presParOf" srcId="{EEA227C3-A65A-45CB-BF01-5BFDAE5A8CFC}" destId="{B10522AA-2A75-4B17-9FF3-1DF9EEF89382}" srcOrd="1" destOrd="0" presId="urn:microsoft.com/office/officeart/2018/2/layout/IconVerticalSolidList"/>
    <dgm:cxn modelId="{0F431CBD-62D2-4481-A940-8FCD2F138E26}" type="presParOf" srcId="{EEA227C3-A65A-45CB-BF01-5BFDAE5A8CFC}" destId="{1D77D371-322F-41A4-81CB-25BB262E5A7B}" srcOrd="2" destOrd="0" presId="urn:microsoft.com/office/officeart/2018/2/layout/IconVerticalSolidList"/>
    <dgm:cxn modelId="{4A644638-2266-4C9A-90C0-508629919B80}" type="presParOf" srcId="{EEA227C3-A65A-45CB-BF01-5BFDAE5A8CFC}" destId="{9685C639-54B3-4598-9C0C-A88763A50DDB}" srcOrd="3" destOrd="0" presId="urn:microsoft.com/office/officeart/2018/2/layout/IconVerticalSolidList"/>
    <dgm:cxn modelId="{E33609AE-A8BF-4618-B9A2-A255E93C9AC8}" type="presParOf" srcId="{54A56ED4-A2AC-43A2-AA30-3E290DBEA244}" destId="{988678CB-4EC7-41E3-8D34-F296E8BF575D}" srcOrd="1" destOrd="0" presId="urn:microsoft.com/office/officeart/2018/2/layout/IconVerticalSolidList"/>
    <dgm:cxn modelId="{85559B97-7AE3-4DE5-91A2-3D0C4BBD808F}" type="presParOf" srcId="{54A56ED4-A2AC-43A2-AA30-3E290DBEA244}" destId="{816DBDB9-CD29-4BE5-9E2E-3CEA91DB1952}" srcOrd="2" destOrd="0" presId="urn:microsoft.com/office/officeart/2018/2/layout/IconVerticalSolidList"/>
    <dgm:cxn modelId="{C0589A19-D1C7-45FF-8791-78EE85A4F4D2}" type="presParOf" srcId="{816DBDB9-CD29-4BE5-9E2E-3CEA91DB1952}" destId="{36CC17A7-5DF9-427D-B7AA-494B716AE75B}" srcOrd="0" destOrd="0" presId="urn:microsoft.com/office/officeart/2018/2/layout/IconVerticalSolidList"/>
    <dgm:cxn modelId="{788A3FBC-31FB-48F9-A72B-8BC74C32AC1B}" type="presParOf" srcId="{816DBDB9-CD29-4BE5-9E2E-3CEA91DB1952}" destId="{2AE10211-E309-4AC0-8335-4F94F3B2D130}" srcOrd="1" destOrd="0" presId="urn:microsoft.com/office/officeart/2018/2/layout/IconVerticalSolidList"/>
    <dgm:cxn modelId="{4342C67B-00EB-46BC-AB02-9CF7BF265ECA}" type="presParOf" srcId="{816DBDB9-CD29-4BE5-9E2E-3CEA91DB1952}" destId="{DD6CC2E1-342F-42D4-AB80-718A7782EC0B}" srcOrd="2" destOrd="0" presId="urn:microsoft.com/office/officeart/2018/2/layout/IconVerticalSolidList"/>
    <dgm:cxn modelId="{92755E4D-3E0D-447C-816D-1640F784AEF5}" type="presParOf" srcId="{816DBDB9-CD29-4BE5-9E2E-3CEA91DB1952}" destId="{88086C78-68CC-4300-8A0D-3256CC5F5483}" srcOrd="3" destOrd="0" presId="urn:microsoft.com/office/officeart/2018/2/layout/IconVerticalSolidList"/>
    <dgm:cxn modelId="{769F6670-1E17-4FF1-90B3-68DE6DF3A873}" type="presParOf" srcId="{54A56ED4-A2AC-43A2-AA30-3E290DBEA244}" destId="{31CF3716-7460-4733-A4FD-FD7B59D008B9}" srcOrd="3" destOrd="0" presId="urn:microsoft.com/office/officeart/2018/2/layout/IconVerticalSolidList"/>
    <dgm:cxn modelId="{3F982F7D-3473-490A-AEB2-22EDCB629C69}" type="presParOf" srcId="{54A56ED4-A2AC-43A2-AA30-3E290DBEA244}" destId="{93F560F3-68F4-4BEB-AF16-6A6BBBC063CC}" srcOrd="4" destOrd="0" presId="urn:microsoft.com/office/officeart/2018/2/layout/IconVerticalSolidList"/>
    <dgm:cxn modelId="{9F505573-8503-46EB-8BFD-F2CCE2EA56BB}" type="presParOf" srcId="{93F560F3-68F4-4BEB-AF16-6A6BBBC063CC}" destId="{2CBECFD2-935E-4088-B98B-686BE43874EB}" srcOrd="0" destOrd="0" presId="urn:microsoft.com/office/officeart/2018/2/layout/IconVerticalSolidList"/>
    <dgm:cxn modelId="{FD0BAC20-5521-463A-9C7D-2148C33699AE}" type="presParOf" srcId="{93F560F3-68F4-4BEB-AF16-6A6BBBC063CC}" destId="{2A6FD85F-EBCA-44C9-8C05-CBC592046757}" srcOrd="1" destOrd="0" presId="urn:microsoft.com/office/officeart/2018/2/layout/IconVerticalSolidList"/>
    <dgm:cxn modelId="{519A5305-BFFC-4895-9C71-52ECCE4C43BA}" type="presParOf" srcId="{93F560F3-68F4-4BEB-AF16-6A6BBBC063CC}" destId="{9E4978C0-A27E-4BDE-8088-8E5954EEAC43}" srcOrd="2" destOrd="0" presId="urn:microsoft.com/office/officeart/2018/2/layout/IconVerticalSolidList"/>
    <dgm:cxn modelId="{B6E651F9-D100-4A4D-B862-03801003B380}" type="presParOf" srcId="{93F560F3-68F4-4BEB-AF16-6A6BBBC063CC}" destId="{0DA4683D-1344-440F-80BC-35B596F58D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3EE50C-7686-480F-BF2D-B8DF0D61C67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28AF28-9C0F-4DE7-9F05-A0E54045D293}">
      <dgm:prSet/>
      <dgm:spPr/>
      <dgm:t>
        <a:bodyPr/>
        <a:lstStyle/>
        <a:p>
          <a:r>
            <a:rPr lang="en-US"/>
            <a:t>Developed a </a:t>
          </a:r>
          <a:r>
            <a:rPr lang="en-US" b="1"/>
            <a:t>Python-based scraping pipeline</a:t>
          </a:r>
          <a:r>
            <a:rPr lang="en-US"/>
            <a:t> </a:t>
          </a:r>
        </a:p>
      </dgm:t>
    </dgm:pt>
    <dgm:pt modelId="{CD6E039A-B1D4-46AA-A977-5210C11538AB}" type="parTrans" cxnId="{58112B7C-CD8D-47B3-92D4-983E34321E49}">
      <dgm:prSet/>
      <dgm:spPr/>
      <dgm:t>
        <a:bodyPr/>
        <a:lstStyle/>
        <a:p>
          <a:endParaRPr lang="en-US"/>
        </a:p>
      </dgm:t>
    </dgm:pt>
    <dgm:pt modelId="{2476B517-0D88-4784-8774-56348DC2E8BD}" type="sibTrans" cxnId="{58112B7C-CD8D-47B3-92D4-983E34321E49}">
      <dgm:prSet/>
      <dgm:spPr/>
      <dgm:t>
        <a:bodyPr/>
        <a:lstStyle/>
        <a:p>
          <a:endParaRPr lang="en-US"/>
        </a:p>
      </dgm:t>
    </dgm:pt>
    <dgm:pt modelId="{092BAB97-3696-454E-98EC-ECC7DED130D8}">
      <dgm:prSet/>
      <dgm:spPr/>
      <dgm:t>
        <a:bodyPr/>
        <a:lstStyle/>
        <a:p>
          <a:r>
            <a:rPr lang="en-US"/>
            <a:t>Extracted real-time weather metrics </a:t>
          </a:r>
        </a:p>
      </dgm:t>
    </dgm:pt>
    <dgm:pt modelId="{785F1D97-60EA-43BF-A3E6-99C266F2D3F9}" type="parTrans" cxnId="{BEE688E7-69A6-4E79-8524-A5E466A38995}">
      <dgm:prSet/>
      <dgm:spPr/>
      <dgm:t>
        <a:bodyPr/>
        <a:lstStyle/>
        <a:p>
          <a:endParaRPr lang="en-US"/>
        </a:p>
      </dgm:t>
    </dgm:pt>
    <dgm:pt modelId="{D5BB696C-15D9-40D9-BCF0-A4F38475B1F9}" type="sibTrans" cxnId="{BEE688E7-69A6-4E79-8524-A5E466A38995}">
      <dgm:prSet/>
      <dgm:spPr/>
      <dgm:t>
        <a:bodyPr/>
        <a:lstStyle/>
        <a:p>
          <a:endParaRPr lang="en-US"/>
        </a:p>
      </dgm:t>
    </dgm:pt>
    <dgm:pt modelId="{D73650EF-AE44-436E-A689-F4F7B124C72D}">
      <dgm:prSet/>
      <dgm:spPr/>
      <dgm:t>
        <a:bodyPr/>
        <a:lstStyle/>
        <a:p>
          <a:r>
            <a:rPr lang="en-US"/>
            <a:t>Stored data into database for analysis </a:t>
          </a:r>
        </a:p>
      </dgm:t>
    </dgm:pt>
    <dgm:pt modelId="{C944DDA6-6720-4DC3-AB1E-8CAF30166844}" type="parTrans" cxnId="{DE2AFF4D-A577-467A-B2C1-8061EAC4B171}">
      <dgm:prSet/>
      <dgm:spPr/>
      <dgm:t>
        <a:bodyPr/>
        <a:lstStyle/>
        <a:p>
          <a:endParaRPr lang="en-US"/>
        </a:p>
      </dgm:t>
    </dgm:pt>
    <dgm:pt modelId="{5AB19072-69D3-47A9-AD5B-32F2086CA930}" type="sibTrans" cxnId="{DE2AFF4D-A577-467A-B2C1-8061EAC4B171}">
      <dgm:prSet/>
      <dgm:spPr/>
      <dgm:t>
        <a:bodyPr/>
        <a:lstStyle/>
        <a:p>
          <a:endParaRPr lang="en-US"/>
        </a:p>
      </dgm:t>
    </dgm:pt>
    <dgm:pt modelId="{FA9F192C-6709-421E-9FB3-7CECE0E0FC5A}">
      <dgm:prSet/>
      <dgm:spPr/>
      <dgm:t>
        <a:bodyPr/>
        <a:lstStyle/>
        <a:p>
          <a:r>
            <a:rPr lang="en-US"/>
            <a:t>Implemented logging and error handling </a:t>
          </a:r>
        </a:p>
      </dgm:t>
    </dgm:pt>
    <dgm:pt modelId="{9C2EDEAE-2943-4C63-B659-52D615034657}" type="parTrans" cxnId="{59351DBA-3465-4289-B10E-6AD76E45E77D}">
      <dgm:prSet/>
      <dgm:spPr/>
      <dgm:t>
        <a:bodyPr/>
        <a:lstStyle/>
        <a:p>
          <a:endParaRPr lang="en-US"/>
        </a:p>
      </dgm:t>
    </dgm:pt>
    <dgm:pt modelId="{0A51EFC7-FD04-4E50-9D51-CB496669426A}" type="sibTrans" cxnId="{59351DBA-3465-4289-B10E-6AD76E45E77D}">
      <dgm:prSet/>
      <dgm:spPr/>
      <dgm:t>
        <a:bodyPr/>
        <a:lstStyle/>
        <a:p>
          <a:endParaRPr lang="en-US"/>
        </a:p>
      </dgm:t>
    </dgm:pt>
    <dgm:pt modelId="{C2D00593-017B-42A7-815E-02A382487640}" type="pres">
      <dgm:prSet presAssocID="{003EE50C-7686-480F-BF2D-B8DF0D61C67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12C04C-637C-4E47-ADB7-9398B2654C4D}" type="pres">
      <dgm:prSet presAssocID="{C228AF28-9C0F-4DE7-9F05-A0E54045D293}" presName="hierRoot1" presStyleCnt="0"/>
      <dgm:spPr/>
    </dgm:pt>
    <dgm:pt modelId="{96ECF884-BC36-46E6-9A22-51789DFA9DE5}" type="pres">
      <dgm:prSet presAssocID="{C228AF28-9C0F-4DE7-9F05-A0E54045D293}" presName="composite" presStyleCnt="0"/>
      <dgm:spPr/>
    </dgm:pt>
    <dgm:pt modelId="{2710A5F1-0047-4A92-80C9-0118E0BF7481}" type="pres">
      <dgm:prSet presAssocID="{C228AF28-9C0F-4DE7-9F05-A0E54045D293}" presName="background" presStyleLbl="node0" presStyleIdx="0" presStyleCnt="4"/>
      <dgm:spPr/>
    </dgm:pt>
    <dgm:pt modelId="{D4AAA004-EF36-411C-A5D5-938433947FCA}" type="pres">
      <dgm:prSet presAssocID="{C228AF28-9C0F-4DE7-9F05-A0E54045D293}" presName="text" presStyleLbl="fgAcc0" presStyleIdx="0" presStyleCnt="4">
        <dgm:presLayoutVars>
          <dgm:chPref val="3"/>
        </dgm:presLayoutVars>
      </dgm:prSet>
      <dgm:spPr/>
    </dgm:pt>
    <dgm:pt modelId="{33FB3779-C4D0-4292-A80A-AFD346F5EA83}" type="pres">
      <dgm:prSet presAssocID="{C228AF28-9C0F-4DE7-9F05-A0E54045D293}" presName="hierChild2" presStyleCnt="0"/>
      <dgm:spPr/>
    </dgm:pt>
    <dgm:pt modelId="{082119B3-E1EC-498C-82CD-44042F7EEFDD}" type="pres">
      <dgm:prSet presAssocID="{092BAB97-3696-454E-98EC-ECC7DED130D8}" presName="hierRoot1" presStyleCnt="0"/>
      <dgm:spPr/>
    </dgm:pt>
    <dgm:pt modelId="{55C216E8-C15C-41A3-9508-AA4FFFA5D83B}" type="pres">
      <dgm:prSet presAssocID="{092BAB97-3696-454E-98EC-ECC7DED130D8}" presName="composite" presStyleCnt="0"/>
      <dgm:spPr/>
    </dgm:pt>
    <dgm:pt modelId="{CC1FB777-3BE2-4ADA-B9F7-C370C18D69C7}" type="pres">
      <dgm:prSet presAssocID="{092BAB97-3696-454E-98EC-ECC7DED130D8}" presName="background" presStyleLbl="node0" presStyleIdx="1" presStyleCnt="4"/>
      <dgm:spPr/>
    </dgm:pt>
    <dgm:pt modelId="{F310F20A-E2BD-442D-BCA8-9520D4576917}" type="pres">
      <dgm:prSet presAssocID="{092BAB97-3696-454E-98EC-ECC7DED130D8}" presName="text" presStyleLbl="fgAcc0" presStyleIdx="1" presStyleCnt="4">
        <dgm:presLayoutVars>
          <dgm:chPref val="3"/>
        </dgm:presLayoutVars>
      </dgm:prSet>
      <dgm:spPr/>
    </dgm:pt>
    <dgm:pt modelId="{EF6CBBFF-18AB-4B61-B73B-2F8F19D3F379}" type="pres">
      <dgm:prSet presAssocID="{092BAB97-3696-454E-98EC-ECC7DED130D8}" presName="hierChild2" presStyleCnt="0"/>
      <dgm:spPr/>
    </dgm:pt>
    <dgm:pt modelId="{C8F69D7D-0A17-47A0-9843-29A588AC5ED8}" type="pres">
      <dgm:prSet presAssocID="{D73650EF-AE44-436E-A689-F4F7B124C72D}" presName="hierRoot1" presStyleCnt="0"/>
      <dgm:spPr/>
    </dgm:pt>
    <dgm:pt modelId="{6A007BE7-72AC-489F-9119-5A61C775CA61}" type="pres">
      <dgm:prSet presAssocID="{D73650EF-AE44-436E-A689-F4F7B124C72D}" presName="composite" presStyleCnt="0"/>
      <dgm:spPr/>
    </dgm:pt>
    <dgm:pt modelId="{D4B956DA-54A1-45B1-91C8-FB6DE1C98678}" type="pres">
      <dgm:prSet presAssocID="{D73650EF-AE44-436E-A689-F4F7B124C72D}" presName="background" presStyleLbl="node0" presStyleIdx="2" presStyleCnt="4"/>
      <dgm:spPr/>
    </dgm:pt>
    <dgm:pt modelId="{33BB6CB2-52FD-484A-88CD-9604E5C63912}" type="pres">
      <dgm:prSet presAssocID="{D73650EF-AE44-436E-A689-F4F7B124C72D}" presName="text" presStyleLbl="fgAcc0" presStyleIdx="2" presStyleCnt="4">
        <dgm:presLayoutVars>
          <dgm:chPref val="3"/>
        </dgm:presLayoutVars>
      </dgm:prSet>
      <dgm:spPr/>
    </dgm:pt>
    <dgm:pt modelId="{38465163-4E66-4F19-8185-389445FDAEE4}" type="pres">
      <dgm:prSet presAssocID="{D73650EF-AE44-436E-A689-F4F7B124C72D}" presName="hierChild2" presStyleCnt="0"/>
      <dgm:spPr/>
    </dgm:pt>
    <dgm:pt modelId="{7413F74A-568B-45C2-8828-853CB7CEA49B}" type="pres">
      <dgm:prSet presAssocID="{FA9F192C-6709-421E-9FB3-7CECE0E0FC5A}" presName="hierRoot1" presStyleCnt="0"/>
      <dgm:spPr/>
    </dgm:pt>
    <dgm:pt modelId="{056C55CD-27B4-4941-9A39-294D418C399B}" type="pres">
      <dgm:prSet presAssocID="{FA9F192C-6709-421E-9FB3-7CECE0E0FC5A}" presName="composite" presStyleCnt="0"/>
      <dgm:spPr/>
    </dgm:pt>
    <dgm:pt modelId="{234E1C41-EBA8-480A-8EBB-224C4EB8337F}" type="pres">
      <dgm:prSet presAssocID="{FA9F192C-6709-421E-9FB3-7CECE0E0FC5A}" presName="background" presStyleLbl="node0" presStyleIdx="3" presStyleCnt="4"/>
      <dgm:spPr/>
    </dgm:pt>
    <dgm:pt modelId="{F6754D0D-32DD-43DD-B900-8D698CD420A4}" type="pres">
      <dgm:prSet presAssocID="{FA9F192C-6709-421E-9FB3-7CECE0E0FC5A}" presName="text" presStyleLbl="fgAcc0" presStyleIdx="3" presStyleCnt="4">
        <dgm:presLayoutVars>
          <dgm:chPref val="3"/>
        </dgm:presLayoutVars>
      </dgm:prSet>
      <dgm:spPr/>
    </dgm:pt>
    <dgm:pt modelId="{6EE33243-CB5B-4167-AD58-3F7ACCC7B2B7}" type="pres">
      <dgm:prSet presAssocID="{FA9F192C-6709-421E-9FB3-7CECE0E0FC5A}" presName="hierChild2" presStyleCnt="0"/>
      <dgm:spPr/>
    </dgm:pt>
  </dgm:ptLst>
  <dgm:cxnLst>
    <dgm:cxn modelId="{99B84568-0B96-43F7-B680-865A5517C194}" type="presOf" srcId="{C228AF28-9C0F-4DE7-9F05-A0E54045D293}" destId="{D4AAA004-EF36-411C-A5D5-938433947FCA}" srcOrd="0" destOrd="0" presId="urn:microsoft.com/office/officeart/2005/8/layout/hierarchy1"/>
    <dgm:cxn modelId="{DE2AFF4D-A577-467A-B2C1-8061EAC4B171}" srcId="{003EE50C-7686-480F-BF2D-B8DF0D61C674}" destId="{D73650EF-AE44-436E-A689-F4F7B124C72D}" srcOrd="2" destOrd="0" parTransId="{C944DDA6-6720-4DC3-AB1E-8CAF30166844}" sibTransId="{5AB19072-69D3-47A9-AD5B-32F2086CA930}"/>
    <dgm:cxn modelId="{153C685A-9C4A-4CA7-8EFC-2E3E61490123}" type="presOf" srcId="{FA9F192C-6709-421E-9FB3-7CECE0E0FC5A}" destId="{F6754D0D-32DD-43DD-B900-8D698CD420A4}" srcOrd="0" destOrd="0" presId="urn:microsoft.com/office/officeart/2005/8/layout/hierarchy1"/>
    <dgm:cxn modelId="{58112B7C-CD8D-47B3-92D4-983E34321E49}" srcId="{003EE50C-7686-480F-BF2D-B8DF0D61C674}" destId="{C228AF28-9C0F-4DE7-9F05-A0E54045D293}" srcOrd="0" destOrd="0" parTransId="{CD6E039A-B1D4-46AA-A977-5210C11538AB}" sibTransId="{2476B517-0D88-4784-8774-56348DC2E8BD}"/>
    <dgm:cxn modelId="{95C5CD84-950A-43FE-A20A-114DAB855FF5}" type="presOf" srcId="{092BAB97-3696-454E-98EC-ECC7DED130D8}" destId="{F310F20A-E2BD-442D-BCA8-9520D4576917}" srcOrd="0" destOrd="0" presId="urn:microsoft.com/office/officeart/2005/8/layout/hierarchy1"/>
    <dgm:cxn modelId="{A4B21AB5-7136-43C5-85FB-D97FD2E0182D}" type="presOf" srcId="{003EE50C-7686-480F-BF2D-B8DF0D61C674}" destId="{C2D00593-017B-42A7-815E-02A382487640}" srcOrd="0" destOrd="0" presId="urn:microsoft.com/office/officeart/2005/8/layout/hierarchy1"/>
    <dgm:cxn modelId="{59351DBA-3465-4289-B10E-6AD76E45E77D}" srcId="{003EE50C-7686-480F-BF2D-B8DF0D61C674}" destId="{FA9F192C-6709-421E-9FB3-7CECE0E0FC5A}" srcOrd="3" destOrd="0" parTransId="{9C2EDEAE-2943-4C63-B659-52D615034657}" sibTransId="{0A51EFC7-FD04-4E50-9D51-CB496669426A}"/>
    <dgm:cxn modelId="{BEE688E7-69A6-4E79-8524-A5E466A38995}" srcId="{003EE50C-7686-480F-BF2D-B8DF0D61C674}" destId="{092BAB97-3696-454E-98EC-ECC7DED130D8}" srcOrd="1" destOrd="0" parTransId="{785F1D97-60EA-43BF-A3E6-99C266F2D3F9}" sibTransId="{D5BB696C-15D9-40D9-BCF0-A4F38475B1F9}"/>
    <dgm:cxn modelId="{DE3634EF-414C-42EB-A877-D69DB90003AC}" type="presOf" srcId="{D73650EF-AE44-436E-A689-F4F7B124C72D}" destId="{33BB6CB2-52FD-484A-88CD-9604E5C63912}" srcOrd="0" destOrd="0" presId="urn:microsoft.com/office/officeart/2005/8/layout/hierarchy1"/>
    <dgm:cxn modelId="{22C44448-4CC6-4098-B685-0805A0137620}" type="presParOf" srcId="{C2D00593-017B-42A7-815E-02A382487640}" destId="{9412C04C-637C-4E47-ADB7-9398B2654C4D}" srcOrd="0" destOrd="0" presId="urn:microsoft.com/office/officeart/2005/8/layout/hierarchy1"/>
    <dgm:cxn modelId="{7FB293F5-F461-47E8-B064-4FF1B3EBA8C1}" type="presParOf" srcId="{9412C04C-637C-4E47-ADB7-9398B2654C4D}" destId="{96ECF884-BC36-46E6-9A22-51789DFA9DE5}" srcOrd="0" destOrd="0" presId="urn:microsoft.com/office/officeart/2005/8/layout/hierarchy1"/>
    <dgm:cxn modelId="{0FD65C0F-285C-4C26-81D1-F1460ACCCF32}" type="presParOf" srcId="{96ECF884-BC36-46E6-9A22-51789DFA9DE5}" destId="{2710A5F1-0047-4A92-80C9-0118E0BF7481}" srcOrd="0" destOrd="0" presId="urn:microsoft.com/office/officeart/2005/8/layout/hierarchy1"/>
    <dgm:cxn modelId="{E5D63EEB-15B3-4532-A670-917EB844FAB9}" type="presParOf" srcId="{96ECF884-BC36-46E6-9A22-51789DFA9DE5}" destId="{D4AAA004-EF36-411C-A5D5-938433947FCA}" srcOrd="1" destOrd="0" presId="urn:microsoft.com/office/officeart/2005/8/layout/hierarchy1"/>
    <dgm:cxn modelId="{B60379E0-BAFB-4B6E-9C84-276158AED618}" type="presParOf" srcId="{9412C04C-637C-4E47-ADB7-9398B2654C4D}" destId="{33FB3779-C4D0-4292-A80A-AFD346F5EA83}" srcOrd="1" destOrd="0" presId="urn:microsoft.com/office/officeart/2005/8/layout/hierarchy1"/>
    <dgm:cxn modelId="{848351D3-5AB0-4DA9-932F-E3AE88EC9FB1}" type="presParOf" srcId="{C2D00593-017B-42A7-815E-02A382487640}" destId="{082119B3-E1EC-498C-82CD-44042F7EEFDD}" srcOrd="1" destOrd="0" presId="urn:microsoft.com/office/officeart/2005/8/layout/hierarchy1"/>
    <dgm:cxn modelId="{4201177E-0AB5-44B9-BF26-855DC372B6FE}" type="presParOf" srcId="{082119B3-E1EC-498C-82CD-44042F7EEFDD}" destId="{55C216E8-C15C-41A3-9508-AA4FFFA5D83B}" srcOrd="0" destOrd="0" presId="urn:microsoft.com/office/officeart/2005/8/layout/hierarchy1"/>
    <dgm:cxn modelId="{28422359-A24E-4B07-B093-742333C791F7}" type="presParOf" srcId="{55C216E8-C15C-41A3-9508-AA4FFFA5D83B}" destId="{CC1FB777-3BE2-4ADA-B9F7-C370C18D69C7}" srcOrd="0" destOrd="0" presId="urn:microsoft.com/office/officeart/2005/8/layout/hierarchy1"/>
    <dgm:cxn modelId="{C0572501-7EB6-4A20-B4E7-2C741DC60C2B}" type="presParOf" srcId="{55C216E8-C15C-41A3-9508-AA4FFFA5D83B}" destId="{F310F20A-E2BD-442D-BCA8-9520D4576917}" srcOrd="1" destOrd="0" presId="urn:microsoft.com/office/officeart/2005/8/layout/hierarchy1"/>
    <dgm:cxn modelId="{FAA9603F-E1B6-4C9B-863A-D9BDBF247A49}" type="presParOf" srcId="{082119B3-E1EC-498C-82CD-44042F7EEFDD}" destId="{EF6CBBFF-18AB-4B61-B73B-2F8F19D3F379}" srcOrd="1" destOrd="0" presId="urn:microsoft.com/office/officeart/2005/8/layout/hierarchy1"/>
    <dgm:cxn modelId="{B9085C85-0CFA-49CF-B187-5B56162CD857}" type="presParOf" srcId="{C2D00593-017B-42A7-815E-02A382487640}" destId="{C8F69D7D-0A17-47A0-9843-29A588AC5ED8}" srcOrd="2" destOrd="0" presId="urn:microsoft.com/office/officeart/2005/8/layout/hierarchy1"/>
    <dgm:cxn modelId="{0B374C5C-E62B-43E1-9D7E-4AD52788D940}" type="presParOf" srcId="{C8F69D7D-0A17-47A0-9843-29A588AC5ED8}" destId="{6A007BE7-72AC-489F-9119-5A61C775CA61}" srcOrd="0" destOrd="0" presId="urn:microsoft.com/office/officeart/2005/8/layout/hierarchy1"/>
    <dgm:cxn modelId="{D4EEAACD-0FE9-4025-8FAF-74845F27C86B}" type="presParOf" srcId="{6A007BE7-72AC-489F-9119-5A61C775CA61}" destId="{D4B956DA-54A1-45B1-91C8-FB6DE1C98678}" srcOrd="0" destOrd="0" presId="urn:microsoft.com/office/officeart/2005/8/layout/hierarchy1"/>
    <dgm:cxn modelId="{B8A73B89-A8CA-4680-8673-DD47A5B1337D}" type="presParOf" srcId="{6A007BE7-72AC-489F-9119-5A61C775CA61}" destId="{33BB6CB2-52FD-484A-88CD-9604E5C63912}" srcOrd="1" destOrd="0" presId="urn:microsoft.com/office/officeart/2005/8/layout/hierarchy1"/>
    <dgm:cxn modelId="{CD197CF5-CDDF-45F0-B558-B56E999E7539}" type="presParOf" srcId="{C8F69D7D-0A17-47A0-9843-29A588AC5ED8}" destId="{38465163-4E66-4F19-8185-389445FDAEE4}" srcOrd="1" destOrd="0" presId="urn:microsoft.com/office/officeart/2005/8/layout/hierarchy1"/>
    <dgm:cxn modelId="{81FA226D-1955-4B84-9A3B-6B134F35048A}" type="presParOf" srcId="{C2D00593-017B-42A7-815E-02A382487640}" destId="{7413F74A-568B-45C2-8828-853CB7CEA49B}" srcOrd="3" destOrd="0" presId="urn:microsoft.com/office/officeart/2005/8/layout/hierarchy1"/>
    <dgm:cxn modelId="{FF492EC6-2F4A-4AC0-B110-084EB950114B}" type="presParOf" srcId="{7413F74A-568B-45C2-8828-853CB7CEA49B}" destId="{056C55CD-27B4-4941-9A39-294D418C399B}" srcOrd="0" destOrd="0" presId="urn:microsoft.com/office/officeart/2005/8/layout/hierarchy1"/>
    <dgm:cxn modelId="{9DA8A4CD-5B14-461E-BC2B-C20AFA0F36C3}" type="presParOf" srcId="{056C55CD-27B4-4941-9A39-294D418C399B}" destId="{234E1C41-EBA8-480A-8EBB-224C4EB8337F}" srcOrd="0" destOrd="0" presId="urn:microsoft.com/office/officeart/2005/8/layout/hierarchy1"/>
    <dgm:cxn modelId="{EC72E50B-1592-4AF4-ABC5-A5398504C933}" type="presParOf" srcId="{056C55CD-27B4-4941-9A39-294D418C399B}" destId="{F6754D0D-32DD-43DD-B900-8D698CD420A4}" srcOrd="1" destOrd="0" presId="urn:microsoft.com/office/officeart/2005/8/layout/hierarchy1"/>
    <dgm:cxn modelId="{6444C3EA-E14B-42A7-95F3-BA73C87E6D25}" type="presParOf" srcId="{7413F74A-568B-45C2-8828-853CB7CEA49B}" destId="{6EE33243-CB5B-4167-AD58-3F7ACCC7B2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CE7515-3A88-48AC-922E-0A183222736A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B1518FC-37EE-43E1-B24C-0C9C365A109F}">
      <dgm:prSet/>
      <dgm:spPr/>
      <dgm:t>
        <a:bodyPr/>
        <a:lstStyle/>
        <a:p>
          <a:r>
            <a:rPr lang="en-US"/>
            <a:t>City Name </a:t>
          </a:r>
        </a:p>
      </dgm:t>
    </dgm:pt>
    <dgm:pt modelId="{D4A91DF9-084A-4204-9ADE-C65B7FD87BD0}" type="parTrans" cxnId="{B7C9B4FE-850D-4C6F-9C5B-5574314D567F}">
      <dgm:prSet/>
      <dgm:spPr/>
      <dgm:t>
        <a:bodyPr/>
        <a:lstStyle/>
        <a:p>
          <a:endParaRPr lang="en-US"/>
        </a:p>
      </dgm:t>
    </dgm:pt>
    <dgm:pt modelId="{A05BC499-8FCB-40E3-80B0-8F800E8B3CC0}" type="sibTrans" cxnId="{B7C9B4FE-850D-4C6F-9C5B-5574314D567F}">
      <dgm:prSet/>
      <dgm:spPr/>
      <dgm:t>
        <a:bodyPr/>
        <a:lstStyle/>
        <a:p>
          <a:endParaRPr lang="en-US"/>
        </a:p>
      </dgm:t>
    </dgm:pt>
    <dgm:pt modelId="{58BCF5AE-89B4-4216-895D-78576A7A3211}">
      <dgm:prSet/>
      <dgm:spPr/>
      <dgm:t>
        <a:bodyPr/>
        <a:lstStyle/>
        <a:p>
          <a:r>
            <a:rPr lang="en-US"/>
            <a:t>Current Temperature </a:t>
          </a:r>
        </a:p>
      </dgm:t>
    </dgm:pt>
    <dgm:pt modelId="{A7051279-F5D4-457F-BE2C-C249E8E3D04E}" type="parTrans" cxnId="{238F5D5D-6377-4148-B7C7-BDAD2F452F4C}">
      <dgm:prSet/>
      <dgm:spPr/>
      <dgm:t>
        <a:bodyPr/>
        <a:lstStyle/>
        <a:p>
          <a:endParaRPr lang="en-US"/>
        </a:p>
      </dgm:t>
    </dgm:pt>
    <dgm:pt modelId="{21039C93-7FD8-4E1B-85AC-03509610AEEA}" type="sibTrans" cxnId="{238F5D5D-6377-4148-B7C7-BDAD2F452F4C}">
      <dgm:prSet/>
      <dgm:spPr/>
      <dgm:t>
        <a:bodyPr/>
        <a:lstStyle/>
        <a:p>
          <a:endParaRPr lang="en-US"/>
        </a:p>
      </dgm:t>
    </dgm:pt>
    <dgm:pt modelId="{96306FEB-8E3B-4A6E-B59A-D507D6C2123C}">
      <dgm:prSet/>
      <dgm:spPr/>
      <dgm:t>
        <a:bodyPr/>
        <a:lstStyle/>
        <a:p>
          <a:r>
            <a:rPr lang="en-US"/>
            <a:t>High &amp; Low Temperature </a:t>
          </a:r>
        </a:p>
      </dgm:t>
    </dgm:pt>
    <dgm:pt modelId="{8244362A-C562-405F-B501-CF0ED2DFFA97}" type="parTrans" cxnId="{360C417B-0699-4EF7-B1C9-73D65093B45F}">
      <dgm:prSet/>
      <dgm:spPr/>
      <dgm:t>
        <a:bodyPr/>
        <a:lstStyle/>
        <a:p>
          <a:endParaRPr lang="en-US"/>
        </a:p>
      </dgm:t>
    </dgm:pt>
    <dgm:pt modelId="{6C12FC15-9F20-405F-B873-98BA0EF0E6A9}" type="sibTrans" cxnId="{360C417B-0699-4EF7-B1C9-73D65093B45F}">
      <dgm:prSet/>
      <dgm:spPr/>
      <dgm:t>
        <a:bodyPr/>
        <a:lstStyle/>
        <a:p>
          <a:endParaRPr lang="en-US"/>
        </a:p>
      </dgm:t>
    </dgm:pt>
    <dgm:pt modelId="{AFFED9DC-F607-4B0D-81AC-D38F1820D9F4}">
      <dgm:prSet/>
      <dgm:spPr/>
      <dgm:t>
        <a:bodyPr/>
        <a:lstStyle/>
        <a:p>
          <a:r>
            <a:rPr lang="en-US"/>
            <a:t>Weather Condition </a:t>
          </a:r>
        </a:p>
      </dgm:t>
    </dgm:pt>
    <dgm:pt modelId="{83CCC97B-2864-493C-8B35-64C7EFEEC4E9}" type="parTrans" cxnId="{A29DA813-08A6-40BB-8A80-F3E0F9C247C7}">
      <dgm:prSet/>
      <dgm:spPr/>
      <dgm:t>
        <a:bodyPr/>
        <a:lstStyle/>
        <a:p>
          <a:endParaRPr lang="en-US"/>
        </a:p>
      </dgm:t>
    </dgm:pt>
    <dgm:pt modelId="{6659858E-AFE3-4BA7-8368-F0A9C5ACF128}" type="sibTrans" cxnId="{A29DA813-08A6-40BB-8A80-F3E0F9C247C7}">
      <dgm:prSet/>
      <dgm:spPr/>
      <dgm:t>
        <a:bodyPr/>
        <a:lstStyle/>
        <a:p>
          <a:endParaRPr lang="en-US"/>
        </a:p>
      </dgm:t>
    </dgm:pt>
    <dgm:pt modelId="{369CBEAD-785C-45AF-B03D-439067AA199F}">
      <dgm:prSet/>
      <dgm:spPr/>
      <dgm:t>
        <a:bodyPr/>
        <a:lstStyle/>
        <a:p>
          <a:r>
            <a:rPr lang="en-IN"/>
            <a:t>Chances of Rain</a:t>
          </a:r>
          <a:endParaRPr lang="en-US"/>
        </a:p>
      </dgm:t>
    </dgm:pt>
    <dgm:pt modelId="{A14E1408-E0A8-4754-84C4-45FC83C57A9A}" type="parTrans" cxnId="{C364AC97-70F9-4665-98EB-CA0CD5E23E7F}">
      <dgm:prSet/>
      <dgm:spPr/>
      <dgm:t>
        <a:bodyPr/>
        <a:lstStyle/>
        <a:p>
          <a:endParaRPr lang="en-US"/>
        </a:p>
      </dgm:t>
    </dgm:pt>
    <dgm:pt modelId="{8AABA022-1409-4DF5-81B1-580F63ED946B}" type="sibTrans" cxnId="{C364AC97-70F9-4665-98EB-CA0CD5E23E7F}">
      <dgm:prSet/>
      <dgm:spPr/>
      <dgm:t>
        <a:bodyPr/>
        <a:lstStyle/>
        <a:p>
          <a:endParaRPr lang="en-US"/>
        </a:p>
      </dgm:t>
    </dgm:pt>
    <dgm:pt modelId="{951A89E0-5350-4732-AB79-6733FAE43142}">
      <dgm:prSet/>
      <dgm:spPr/>
      <dgm:t>
        <a:bodyPr/>
        <a:lstStyle/>
        <a:p>
          <a:r>
            <a:rPr lang="en-US"/>
            <a:t>Feels Like </a:t>
          </a:r>
        </a:p>
      </dgm:t>
    </dgm:pt>
    <dgm:pt modelId="{C200BC3F-A517-4F31-8C72-0923CD9A9BB8}" type="parTrans" cxnId="{C0514249-C157-4AC9-8075-4D67D5AA376C}">
      <dgm:prSet/>
      <dgm:spPr/>
      <dgm:t>
        <a:bodyPr/>
        <a:lstStyle/>
        <a:p>
          <a:endParaRPr lang="en-US"/>
        </a:p>
      </dgm:t>
    </dgm:pt>
    <dgm:pt modelId="{DCB491D7-EB4C-4A28-A0C3-31811F7D96F0}" type="sibTrans" cxnId="{C0514249-C157-4AC9-8075-4D67D5AA376C}">
      <dgm:prSet/>
      <dgm:spPr/>
      <dgm:t>
        <a:bodyPr/>
        <a:lstStyle/>
        <a:p>
          <a:endParaRPr lang="en-US"/>
        </a:p>
      </dgm:t>
    </dgm:pt>
    <dgm:pt modelId="{4E692EEE-FF48-40EB-B218-4BAF53C4BB28}">
      <dgm:prSet/>
      <dgm:spPr/>
      <dgm:t>
        <a:bodyPr/>
        <a:lstStyle/>
        <a:p>
          <a:r>
            <a:rPr lang="en-US"/>
            <a:t>Humidity </a:t>
          </a:r>
        </a:p>
      </dgm:t>
    </dgm:pt>
    <dgm:pt modelId="{300DAF63-29E2-4A98-B2E2-52087CBDBE2B}" type="parTrans" cxnId="{919089E2-C17F-4C32-84C6-E1917F2AA57C}">
      <dgm:prSet/>
      <dgm:spPr/>
      <dgm:t>
        <a:bodyPr/>
        <a:lstStyle/>
        <a:p>
          <a:endParaRPr lang="en-US"/>
        </a:p>
      </dgm:t>
    </dgm:pt>
    <dgm:pt modelId="{8035E088-C79D-4C62-977D-543A6467AEB1}" type="sibTrans" cxnId="{919089E2-C17F-4C32-84C6-E1917F2AA57C}">
      <dgm:prSet/>
      <dgm:spPr/>
      <dgm:t>
        <a:bodyPr/>
        <a:lstStyle/>
        <a:p>
          <a:endParaRPr lang="en-US"/>
        </a:p>
      </dgm:t>
    </dgm:pt>
    <dgm:pt modelId="{7F559357-44A1-4827-A9AA-3134B2BD0EC6}">
      <dgm:prSet/>
      <dgm:spPr/>
      <dgm:t>
        <a:bodyPr/>
        <a:lstStyle/>
        <a:p>
          <a:r>
            <a:rPr lang="en-US"/>
            <a:t>Cloud cover</a:t>
          </a:r>
        </a:p>
      </dgm:t>
    </dgm:pt>
    <dgm:pt modelId="{6A914476-3254-4B0C-B279-0B9AA18DBFA1}" type="parTrans" cxnId="{59F25EC0-5329-4B74-830C-1E8BFC343FF0}">
      <dgm:prSet/>
      <dgm:spPr/>
      <dgm:t>
        <a:bodyPr/>
        <a:lstStyle/>
        <a:p>
          <a:endParaRPr lang="en-US"/>
        </a:p>
      </dgm:t>
    </dgm:pt>
    <dgm:pt modelId="{B168E820-FE39-47F1-9409-EB0D4E1B1DE4}" type="sibTrans" cxnId="{59F25EC0-5329-4B74-830C-1E8BFC343FF0}">
      <dgm:prSet/>
      <dgm:spPr/>
      <dgm:t>
        <a:bodyPr/>
        <a:lstStyle/>
        <a:p>
          <a:endParaRPr lang="en-US"/>
        </a:p>
      </dgm:t>
    </dgm:pt>
    <dgm:pt modelId="{954409E3-F29C-4DB5-95A1-024A9E83736A}">
      <dgm:prSet/>
      <dgm:spPr/>
      <dgm:t>
        <a:bodyPr/>
        <a:lstStyle/>
        <a:p>
          <a:r>
            <a:rPr lang="en-US"/>
            <a:t>Wind Speed &amp; Direction and degree</a:t>
          </a:r>
        </a:p>
      </dgm:t>
    </dgm:pt>
    <dgm:pt modelId="{9B90FD95-C9E9-4A5B-B018-AF8DEA0F5EC2}" type="parTrans" cxnId="{1F3C4D72-0A21-428D-B9B5-F8129BAF3016}">
      <dgm:prSet/>
      <dgm:spPr/>
      <dgm:t>
        <a:bodyPr/>
        <a:lstStyle/>
        <a:p>
          <a:endParaRPr lang="en-US"/>
        </a:p>
      </dgm:t>
    </dgm:pt>
    <dgm:pt modelId="{CAF14CE3-B961-4920-B2A9-D053B9726D7F}" type="sibTrans" cxnId="{1F3C4D72-0A21-428D-B9B5-F8129BAF3016}">
      <dgm:prSet/>
      <dgm:spPr/>
      <dgm:t>
        <a:bodyPr/>
        <a:lstStyle/>
        <a:p>
          <a:endParaRPr lang="en-US"/>
        </a:p>
      </dgm:t>
    </dgm:pt>
    <dgm:pt modelId="{C3E6B8FB-AB15-405F-A167-4EFF12C9F4B4}">
      <dgm:prSet/>
      <dgm:spPr/>
      <dgm:t>
        <a:bodyPr/>
        <a:lstStyle/>
        <a:p>
          <a:r>
            <a:rPr lang="en-US"/>
            <a:t>AQI (Air Quality Index) </a:t>
          </a:r>
        </a:p>
      </dgm:t>
    </dgm:pt>
    <dgm:pt modelId="{BB6E221F-1564-4F63-851C-D9371C02E652}" type="parTrans" cxnId="{9BF1EAF0-5ECC-4799-8717-24DB051E2F8C}">
      <dgm:prSet/>
      <dgm:spPr/>
      <dgm:t>
        <a:bodyPr/>
        <a:lstStyle/>
        <a:p>
          <a:endParaRPr lang="en-US"/>
        </a:p>
      </dgm:t>
    </dgm:pt>
    <dgm:pt modelId="{DC57FE9C-0827-4F72-A231-24EE8E575E6E}" type="sibTrans" cxnId="{9BF1EAF0-5ECC-4799-8717-24DB051E2F8C}">
      <dgm:prSet/>
      <dgm:spPr/>
      <dgm:t>
        <a:bodyPr/>
        <a:lstStyle/>
        <a:p>
          <a:endParaRPr lang="en-US"/>
        </a:p>
      </dgm:t>
    </dgm:pt>
    <dgm:pt modelId="{DB3F03E4-919B-475B-B815-87B1501B6A8F}">
      <dgm:prSet/>
      <dgm:spPr/>
      <dgm:t>
        <a:bodyPr/>
        <a:lstStyle/>
        <a:p>
          <a:r>
            <a:rPr lang="en-US"/>
            <a:t>Pressure, Visibility, UV Index </a:t>
          </a:r>
        </a:p>
      </dgm:t>
    </dgm:pt>
    <dgm:pt modelId="{62373C28-B8B0-4606-AE65-00E9616B92F0}" type="parTrans" cxnId="{EBF6DDA4-0693-40CB-A1FC-F86E1A2277A9}">
      <dgm:prSet/>
      <dgm:spPr/>
      <dgm:t>
        <a:bodyPr/>
        <a:lstStyle/>
        <a:p>
          <a:endParaRPr lang="en-US"/>
        </a:p>
      </dgm:t>
    </dgm:pt>
    <dgm:pt modelId="{FF07F086-53F1-4E63-B6EB-A50985B26613}" type="sibTrans" cxnId="{EBF6DDA4-0693-40CB-A1FC-F86E1A2277A9}">
      <dgm:prSet/>
      <dgm:spPr/>
      <dgm:t>
        <a:bodyPr/>
        <a:lstStyle/>
        <a:p>
          <a:endParaRPr lang="en-US"/>
        </a:p>
      </dgm:t>
    </dgm:pt>
    <dgm:pt modelId="{5F434E29-81F3-4562-91A8-AC98BD263BE3}" type="pres">
      <dgm:prSet presAssocID="{57CE7515-3A88-48AC-922E-0A183222736A}" presName="Name0" presStyleCnt="0">
        <dgm:presLayoutVars>
          <dgm:dir/>
          <dgm:animLvl val="lvl"/>
          <dgm:resizeHandles val="exact"/>
        </dgm:presLayoutVars>
      </dgm:prSet>
      <dgm:spPr/>
    </dgm:pt>
    <dgm:pt modelId="{634A4993-0645-45AF-AF22-8B0AE9368065}" type="pres">
      <dgm:prSet presAssocID="{5B1518FC-37EE-43E1-B24C-0C9C365A109F}" presName="linNode" presStyleCnt="0"/>
      <dgm:spPr/>
    </dgm:pt>
    <dgm:pt modelId="{15B6BD01-CE62-4C05-A01A-09D0D316377E}" type="pres">
      <dgm:prSet presAssocID="{5B1518FC-37EE-43E1-B24C-0C9C365A109F}" presName="parentText" presStyleLbl="node1" presStyleIdx="0" presStyleCnt="11">
        <dgm:presLayoutVars>
          <dgm:chMax val="1"/>
          <dgm:bulletEnabled val="1"/>
        </dgm:presLayoutVars>
      </dgm:prSet>
      <dgm:spPr/>
    </dgm:pt>
    <dgm:pt modelId="{E082998C-8068-4D2D-B6BF-30D95AB12058}" type="pres">
      <dgm:prSet presAssocID="{A05BC499-8FCB-40E3-80B0-8F800E8B3CC0}" presName="sp" presStyleCnt="0"/>
      <dgm:spPr/>
    </dgm:pt>
    <dgm:pt modelId="{FD2713F7-1583-49B4-B6DC-AE2146149337}" type="pres">
      <dgm:prSet presAssocID="{58BCF5AE-89B4-4216-895D-78576A7A3211}" presName="linNode" presStyleCnt="0"/>
      <dgm:spPr/>
    </dgm:pt>
    <dgm:pt modelId="{E632F834-864E-4CCD-9A36-DB0AD6FCA6F4}" type="pres">
      <dgm:prSet presAssocID="{58BCF5AE-89B4-4216-895D-78576A7A3211}" presName="parentText" presStyleLbl="node1" presStyleIdx="1" presStyleCnt="11">
        <dgm:presLayoutVars>
          <dgm:chMax val="1"/>
          <dgm:bulletEnabled val="1"/>
        </dgm:presLayoutVars>
      </dgm:prSet>
      <dgm:spPr/>
    </dgm:pt>
    <dgm:pt modelId="{E2BD3D8F-968A-4F86-B1D4-B07A0DB83DB4}" type="pres">
      <dgm:prSet presAssocID="{21039C93-7FD8-4E1B-85AC-03509610AEEA}" presName="sp" presStyleCnt="0"/>
      <dgm:spPr/>
    </dgm:pt>
    <dgm:pt modelId="{6E42E0CE-E03C-496E-B952-6C1DA5937236}" type="pres">
      <dgm:prSet presAssocID="{96306FEB-8E3B-4A6E-B59A-D507D6C2123C}" presName="linNode" presStyleCnt="0"/>
      <dgm:spPr/>
    </dgm:pt>
    <dgm:pt modelId="{C75033BC-CBD8-41EC-95D3-5CDF3125A989}" type="pres">
      <dgm:prSet presAssocID="{96306FEB-8E3B-4A6E-B59A-D507D6C2123C}" presName="parentText" presStyleLbl="node1" presStyleIdx="2" presStyleCnt="11">
        <dgm:presLayoutVars>
          <dgm:chMax val="1"/>
          <dgm:bulletEnabled val="1"/>
        </dgm:presLayoutVars>
      </dgm:prSet>
      <dgm:spPr/>
    </dgm:pt>
    <dgm:pt modelId="{AEBB0029-B976-4C9A-B001-26A92FCFD611}" type="pres">
      <dgm:prSet presAssocID="{6C12FC15-9F20-405F-B873-98BA0EF0E6A9}" presName="sp" presStyleCnt="0"/>
      <dgm:spPr/>
    </dgm:pt>
    <dgm:pt modelId="{F1ED1C8F-742A-487B-8E8D-64040500E502}" type="pres">
      <dgm:prSet presAssocID="{AFFED9DC-F607-4B0D-81AC-D38F1820D9F4}" presName="linNode" presStyleCnt="0"/>
      <dgm:spPr/>
    </dgm:pt>
    <dgm:pt modelId="{8D938BFD-4613-4FC9-975B-F14F8233FC89}" type="pres">
      <dgm:prSet presAssocID="{AFFED9DC-F607-4B0D-81AC-D38F1820D9F4}" presName="parentText" presStyleLbl="node1" presStyleIdx="3" presStyleCnt="11">
        <dgm:presLayoutVars>
          <dgm:chMax val="1"/>
          <dgm:bulletEnabled val="1"/>
        </dgm:presLayoutVars>
      </dgm:prSet>
      <dgm:spPr/>
    </dgm:pt>
    <dgm:pt modelId="{F4D72E7C-06FE-461B-938F-5AC2A172B102}" type="pres">
      <dgm:prSet presAssocID="{6659858E-AFE3-4BA7-8368-F0A9C5ACF128}" presName="sp" presStyleCnt="0"/>
      <dgm:spPr/>
    </dgm:pt>
    <dgm:pt modelId="{13A8A2C3-37B6-477F-940C-0057D9C352AC}" type="pres">
      <dgm:prSet presAssocID="{369CBEAD-785C-45AF-B03D-439067AA199F}" presName="linNode" presStyleCnt="0"/>
      <dgm:spPr/>
    </dgm:pt>
    <dgm:pt modelId="{EF428BD5-CBDB-4863-9AF6-E687174EE6EE}" type="pres">
      <dgm:prSet presAssocID="{369CBEAD-785C-45AF-B03D-439067AA199F}" presName="parentText" presStyleLbl="node1" presStyleIdx="4" presStyleCnt="11">
        <dgm:presLayoutVars>
          <dgm:chMax val="1"/>
          <dgm:bulletEnabled val="1"/>
        </dgm:presLayoutVars>
      </dgm:prSet>
      <dgm:spPr/>
    </dgm:pt>
    <dgm:pt modelId="{194DD9A1-5FE2-49C1-BBB8-566852DE7764}" type="pres">
      <dgm:prSet presAssocID="{8AABA022-1409-4DF5-81B1-580F63ED946B}" presName="sp" presStyleCnt="0"/>
      <dgm:spPr/>
    </dgm:pt>
    <dgm:pt modelId="{3FAFF1E6-9F7D-4D2D-A3D4-232F925B07B5}" type="pres">
      <dgm:prSet presAssocID="{951A89E0-5350-4732-AB79-6733FAE43142}" presName="linNode" presStyleCnt="0"/>
      <dgm:spPr/>
    </dgm:pt>
    <dgm:pt modelId="{B3A4E40A-F234-44BD-80FE-4E8044D15B09}" type="pres">
      <dgm:prSet presAssocID="{951A89E0-5350-4732-AB79-6733FAE43142}" presName="parentText" presStyleLbl="node1" presStyleIdx="5" presStyleCnt="11">
        <dgm:presLayoutVars>
          <dgm:chMax val="1"/>
          <dgm:bulletEnabled val="1"/>
        </dgm:presLayoutVars>
      </dgm:prSet>
      <dgm:spPr/>
    </dgm:pt>
    <dgm:pt modelId="{E62A4DC8-7CD6-473C-B4A7-AF142075717E}" type="pres">
      <dgm:prSet presAssocID="{DCB491D7-EB4C-4A28-A0C3-31811F7D96F0}" presName="sp" presStyleCnt="0"/>
      <dgm:spPr/>
    </dgm:pt>
    <dgm:pt modelId="{E8F16749-2E9A-4781-9671-D66BD4FA6AAA}" type="pres">
      <dgm:prSet presAssocID="{4E692EEE-FF48-40EB-B218-4BAF53C4BB28}" presName="linNode" presStyleCnt="0"/>
      <dgm:spPr/>
    </dgm:pt>
    <dgm:pt modelId="{200B24AA-814D-434B-A9C0-B053E78DF7EA}" type="pres">
      <dgm:prSet presAssocID="{4E692EEE-FF48-40EB-B218-4BAF53C4BB28}" presName="parentText" presStyleLbl="node1" presStyleIdx="6" presStyleCnt="11">
        <dgm:presLayoutVars>
          <dgm:chMax val="1"/>
          <dgm:bulletEnabled val="1"/>
        </dgm:presLayoutVars>
      </dgm:prSet>
      <dgm:spPr/>
    </dgm:pt>
    <dgm:pt modelId="{C8516C90-6472-47AB-AFC5-B09405B98BFE}" type="pres">
      <dgm:prSet presAssocID="{8035E088-C79D-4C62-977D-543A6467AEB1}" presName="sp" presStyleCnt="0"/>
      <dgm:spPr/>
    </dgm:pt>
    <dgm:pt modelId="{25DB2B7A-CD61-4204-B680-D51D4FE82B8B}" type="pres">
      <dgm:prSet presAssocID="{7F559357-44A1-4827-A9AA-3134B2BD0EC6}" presName="linNode" presStyleCnt="0"/>
      <dgm:spPr/>
    </dgm:pt>
    <dgm:pt modelId="{8D09C68E-0C50-4D62-9E49-AE8EF0DECC9D}" type="pres">
      <dgm:prSet presAssocID="{7F559357-44A1-4827-A9AA-3134B2BD0EC6}" presName="parentText" presStyleLbl="node1" presStyleIdx="7" presStyleCnt="11">
        <dgm:presLayoutVars>
          <dgm:chMax val="1"/>
          <dgm:bulletEnabled val="1"/>
        </dgm:presLayoutVars>
      </dgm:prSet>
      <dgm:spPr/>
    </dgm:pt>
    <dgm:pt modelId="{D6AB02D7-D532-48F5-9B47-A74A65F14396}" type="pres">
      <dgm:prSet presAssocID="{B168E820-FE39-47F1-9409-EB0D4E1B1DE4}" presName="sp" presStyleCnt="0"/>
      <dgm:spPr/>
    </dgm:pt>
    <dgm:pt modelId="{A7F62E92-75E7-4701-BA28-64855813471B}" type="pres">
      <dgm:prSet presAssocID="{954409E3-F29C-4DB5-95A1-024A9E83736A}" presName="linNode" presStyleCnt="0"/>
      <dgm:spPr/>
    </dgm:pt>
    <dgm:pt modelId="{8BB79FE7-30A6-4CE1-B0E5-FBD1D5E5D4C5}" type="pres">
      <dgm:prSet presAssocID="{954409E3-F29C-4DB5-95A1-024A9E83736A}" presName="parentText" presStyleLbl="node1" presStyleIdx="8" presStyleCnt="11">
        <dgm:presLayoutVars>
          <dgm:chMax val="1"/>
          <dgm:bulletEnabled val="1"/>
        </dgm:presLayoutVars>
      </dgm:prSet>
      <dgm:spPr/>
    </dgm:pt>
    <dgm:pt modelId="{2626C210-83C4-468B-92D0-5240C55F26E2}" type="pres">
      <dgm:prSet presAssocID="{CAF14CE3-B961-4920-B2A9-D053B9726D7F}" presName="sp" presStyleCnt="0"/>
      <dgm:spPr/>
    </dgm:pt>
    <dgm:pt modelId="{B72D87F7-CC82-4D84-AA18-BB144C64AE2E}" type="pres">
      <dgm:prSet presAssocID="{C3E6B8FB-AB15-405F-A167-4EFF12C9F4B4}" presName="linNode" presStyleCnt="0"/>
      <dgm:spPr/>
    </dgm:pt>
    <dgm:pt modelId="{8AC2084B-AD87-4737-9A94-C5B5FEA78FA2}" type="pres">
      <dgm:prSet presAssocID="{C3E6B8FB-AB15-405F-A167-4EFF12C9F4B4}" presName="parentText" presStyleLbl="node1" presStyleIdx="9" presStyleCnt="11">
        <dgm:presLayoutVars>
          <dgm:chMax val="1"/>
          <dgm:bulletEnabled val="1"/>
        </dgm:presLayoutVars>
      </dgm:prSet>
      <dgm:spPr/>
    </dgm:pt>
    <dgm:pt modelId="{21DC75F8-F0EC-4E5E-A501-6B9C2667793E}" type="pres">
      <dgm:prSet presAssocID="{DC57FE9C-0827-4F72-A231-24EE8E575E6E}" presName="sp" presStyleCnt="0"/>
      <dgm:spPr/>
    </dgm:pt>
    <dgm:pt modelId="{DA758DD2-61DF-4EA6-9A77-F1E56C466537}" type="pres">
      <dgm:prSet presAssocID="{DB3F03E4-919B-475B-B815-87B1501B6A8F}" presName="linNode" presStyleCnt="0"/>
      <dgm:spPr/>
    </dgm:pt>
    <dgm:pt modelId="{0CF10914-9343-45C2-B5D2-BF9A05219B4C}" type="pres">
      <dgm:prSet presAssocID="{DB3F03E4-919B-475B-B815-87B1501B6A8F}" presName="parentText" presStyleLbl="node1" presStyleIdx="10" presStyleCnt="11">
        <dgm:presLayoutVars>
          <dgm:chMax val="1"/>
          <dgm:bulletEnabled val="1"/>
        </dgm:presLayoutVars>
      </dgm:prSet>
      <dgm:spPr/>
    </dgm:pt>
  </dgm:ptLst>
  <dgm:cxnLst>
    <dgm:cxn modelId="{A29DA813-08A6-40BB-8A80-F3E0F9C247C7}" srcId="{57CE7515-3A88-48AC-922E-0A183222736A}" destId="{AFFED9DC-F607-4B0D-81AC-D38F1820D9F4}" srcOrd="3" destOrd="0" parTransId="{83CCC97B-2864-493C-8B35-64C7EFEEC4E9}" sibTransId="{6659858E-AFE3-4BA7-8368-F0A9C5ACF128}"/>
    <dgm:cxn modelId="{8A521922-B9FB-48AA-84B1-523BE14E26B0}" type="presOf" srcId="{369CBEAD-785C-45AF-B03D-439067AA199F}" destId="{EF428BD5-CBDB-4863-9AF6-E687174EE6EE}" srcOrd="0" destOrd="0" presId="urn:microsoft.com/office/officeart/2005/8/layout/vList5"/>
    <dgm:cxn modelId="{910BD125-F9AD-4E7B-8C00-1304B914BB65}" type="presOf" srcId="{4E692EEE-FF48-40EB-B218-4BAF53C4BB28}" destId="{200B24AA-814D-434B-A9C0-B053E78DF7EA}" srcOrd="0" destOrd="0" presId="urn:microsoft.com/office/officeart/2005/8/layout/vList5"/>
    <dgm:cxn modelId="{F6810236-57F4-4D32-B369-B573CE7D1C36}" type="presOf" srcId="{951A89E0-5350-4732-AB79-6733FAE43142}" destId="{B3A4E40A-F234-44BD-80FE-4E8044D15B09}" srcOrd="0" destOrd="0" presId="urn:microsoft.com/office/officeart/2005/8/layout/vList5"/>
    <dgm:cxn modelId="{EF74FD3B-E0A9-48EB-917A-A5B16981238E}" type="presOf" srcId="{C3E6B8FB-AB15-405F-A167-4EFF12C9F4B4}" destId="{8AC2084B-AD87-4737-9A94-C5B5FEA78FA2}" srcOrd="0" destOrd="0" presId="urn:microsoft.com/office/officeart/2005/8/layout/vList5"/>
    <dgm:cxn modelId="{238F5D5D-6377-4148-B7C7-BDAD2F452F4C}" srcId="{57CE7515-3A88-48AC-922E-0A183222736A}" destId="{58BCF5AE-89B4-4216-895D-78576A7A3211}" srcOrd="1" destOrd="0" parTransId="{A7051279-F5D4-457F-BE2C-C249E8E3D04E}" sibTransId="{21039C93-7FD8-4E1B-85AC-03509610AEEA}"/>
    <dgm:cxn modelId="{A0D85F69-73E3-49F8-A9AF-5AA16F571996}" type="presOf" srcId="{7F559357-44A1-4827-A9AA-3134B2BD0EC6}" destId="{8D09C68E-0C50-4D62-9E49-AE8EF0DECC9D}" srcOrd="0" destOrd="0" presId="urn:microsoft.com/office/officeart/2005/8/layout/vList5"/>
    <dgm:cxn modelId="{C0514249-C157-4AC9-8075-4D67D5AA376C}" srcId="{57CE7515-3A88-48AC-922E-0A183222736A}" destId="{951A89E0-5350-4732-AB79-6733FAE43142}" srcOrd="5" destOrd="0" parTransId="{C200BC3F-A517-4F31-8C72-0923CD9A9BB8}" sibTransId="{DCB491D7-EB4C-4A28-A0C3-31811F7D96F0}"/>
    <dgm:cxn modelId="{D512744F-814E-427D-B374-E4F0A96B49BB}" type="presOf" srcId="{AFFED9DC-F607-4B0D-81AC-D38F1820D9F4}" destId="{8D938BFD-4613-4FC9-975B-F14F8233FC89}" srcOrd="0" destOrd="0" presId="urn:microsoft.com/office/officeart/2005/8/layout/vList5"/>
    <dgm:cxn modelId="{1F3C4D72-0A21-428D-B9B5-F8129BAF3016}" srcId="{57CE7515-3A88-48AC-922E-0A183222736A}" destId="{954409E3-F29C-4DB5-95A1-024A9E83736A}" srcOrd="8" destOrd="0" parTransId="{9B90FD95-C9E9-4A5B-B018-AF8DEA0F5EC2}" sibTransId="{CAF14CE3-B961-4920-B2A9-D053B9726D7F}"/>
    <dgm:cxn modelId="{360C417B-0699-4EF7-B1C9-73D65093B45F}" srcId="{57CE7515-3A88-48AC-922E-0A183222736A}" destId="{96306FEB-8E3B-4A6E-B59A-D507D6C2123C}" srcOrd="2" destOrd="0" parTransId="{8244362A-C562-405F-B501-CF0ED2DFFA97}" sibTransId="{6C12FC15-9F20-405F-B873-98BA0EF0E6A9}"/>
    <dgm:cxn modelId="{0B4A0D7E-B4FE-4288-A370-79FCAF758611}" type="presOf" srcId="{58BCF5AE-89B4-4216-895D-78576A7A3211}" destId="{E632F834-864E-4CCD-9A36-DB0AD6FCA6F4}" srcOrd="0" destOrd="0" presId="urn:microsoft.com/office/officeart/2005/8/layout/vList5"/>
    <dgm:cxn modelId="{C364AC97-70F9-4665-98EB-CA0CD5E23E7F}" srcId="{57CE7515-3A88-48AC-922E-0A183222736A}" destId="{369CBEAD-785C-45AF-B03D-439067AA199F}" srcOrd="4" destOrd="0" parTransId="{A14E1408-E0A8-4754-84C4-45FC83C57A9A}" sibTransId="{8AABA022-1409-4DF5-81B1-580F63ED946B}"/>
    <dgm:cxn modelId="{8E177099-D59D-485F-97DB-D56EB52031D0}" type="presOf" srcId="{954409E3-F29C-4DB5-95A1-024A9E83736A}" destId="{8BB79FE7-30A6-4CE1-B0E5-FBD1D5E5D4C5}" srcOrd="0" destOrd="0" presId="urn:microsoft.com/office/officeart/2005/8/layout/vList5"/>
    <dgm:cxn modelId="{EBF6DDA4-0693-40CB-A1FC-F86E1A2277A9}" srcId="{57CE7515-3A88-48AC-922E-0A183222736A}" destId="{DB3F03E4-919B-475B-B815-87B1501B6A8F}" srcOrd="10" destOrd="0" parTransId="{62373C28-B8B0-4606-AE65-00E9616B92F0}" sibTransId="{FF07F086-53F1-4E63-B6EB-A50985B26613}"/>
    <dgm:cxn modelId="{6D4783B2-116F-41AE-8E77-F0D08CAEB5D5}" type="presOf" srcId="{5B1518FC-37EE-43E1-B24C-0C9C365A109F}" destId="{15B6BD01-CE62-4C05-A01A-09D0D316377E}" srcOrd="0" destOrd="0" presId="urn:microsoft.com/office/officeart/2005/8/layout/vList5"/>
    <dgm:cxn modelId="{71B4DBB2-D9E0-474C-80F2-7B1C557D8171}" type="presOf" srcId="{DB3F03E4-919B-475B-B815-87B1501B6A8F}" destId="{0CF10914-9343-45C2-B5D2-BF9A05219B4C}" srcOrd="0" destOrd="0" presId="urn:microsoft.com/office/officeart/2005/8/layout/vList5"/>
    <dgm:cxn modelId="{59F25EC0-5329-4B74-830C-1E8BFC343FF0}" srcId="{57CE7515-3A88-48AC-922E-0A183222736A}" destId="{7F559357-44A1-4827-A9AA-3134B2BD0EC6}" srcOrd="7" destOrd="0" parTransId="{6A914476-3254-4B0C-B279-0B9AA18DBFA1}" sibTransId="{B168E820-FE39-47F1-9409-EB0D4E1B1DE4}"/>
    <dgm:cxn modelId="{919089E2-C17F-4C32-84C6-E1917F2AA57C}" srcId="{57CE7515-3A88-48AC-922E-0A183222736A}" destId="{4E692EEE-FF48-40EB-B218-4BAF53C4BB28}" srcOrd="6" destOrd="0" parTransId="{300DAF63-29E2-4A98-B2E2-52087CBDBE2B}" sibTransId="{8035E088-C79D-4C62-977D-543A6467AEB1}"/>
    <dgm:cxn modelId="{373A07E4-A910-4F9C-A565-DDBE45188975}" type="presOf" srcId="{57CE7515-3A88-48AC-922E-0A183222736A}" destId="{5F434E29-81F3-4562-91A8-AC98BD263BE3}" srcOrd="0" destOrd="0" presId="urn:microsoft.com/office/officeart/2005/8/layout/vList5"/>
    <dgm:cxn modelId="{2EF9CFE7-F04F-4FDD-BB13-5058EC2E36BE}" type="presOf" srcId="{96306FEB-8E3B-4A6E-B59A-D507D6C2123C}" destId="{C75033BC-CBD8-41EC-95D3-5CDF3125A989}" srcOrd="0" destOrd="0" presId="urn:microsoft.com/office/officeart/2005/8/layout/vList5"/>
    <dgm:cxn modelId="{9BF1EAF0-5ECC-4799-8717-24DB051E2F8C}" srcId="{57CE7515-3A88-48AC-922E-0A183222736A}" destId="{C3E6B8FB-AB15-405F-A167-4EFF12C9F4B4}" srcOrd="9" destOrd="0" parTransId="{BB6E221F-1564-4F63-851C-D9371C02E652}" sibTransId="{DC57FE9C-0827-4F72-A231-24EE8E575E6E}"/>
    <dgm:cxn modelId="{B7C9B4FE-850D-4C6F-9C5B-5574314D567F}" srcId="{57CE7515-3A88-48AC-922E-0A183222736A}" destId="{5B1518FC-37EE-43E1-B24C-0C9C365A109F}" srcOrd="0" destOrd="0" parTransId="{D4A91DF9-084A-4204-9ADE-C65B7FD87BD0}" sibTransId="{A05BC499-8FCB-40E3-80B0-8F800E8B3CC0}"/>
    <dgm:cxn modelId="{08DE9106-3D3F-4623-A353-C7504988B990}" type="presParOf" srcId="{5F434E29-81F3-4562-91A8-AC98BD263BE3}" destId="{634A4993-0645-45AF-AF22-8B0AE9368065}" srcOrd="0" destOrd="0" presId="urn:microsoft.com/office/officeart/2005/8/layout/vList5"/>
    <dgm:cxn modelId="{7F65A44F-72FB-4633-B83A-7E244B7E57A5}" type="presParOf" srcId="{634A4993-0645-45AF-AF22-8B0AE9368065}" destId="{15B6BD01-CE62-4C05-A01A-09D0D316377E}" srcOrd="0" destOrd="0" presId="urn:microsoft.com/office/officeart/2005/8/layout/vList5"/>
    <dgm:cxn modelId="{8E9F0D5C-027C-4442-973C-22C3DE15CD26}" type="presParOf" srcId="{5F434E29-81F3-4562-91A8-AC98BD263BE3}" destId="{E082998C-8068-4D2D-B6BF-30D95AB12058}" srcOrd="1" destOrd="0" presId="urn:microsoft.com/office/officeart/2005/8/layout/vList5"/>
    <dgm:cxn modelId="{9DA547EF-2239-4B48-8DB6-E4381EE543B3}" type="presParOf" srcId="{5F434E29-81F3-4562-91A8-AC98BD263BE3}" destId="{FD2713F7-1583-49B4-B6DC-AE2146149337}" srcOrd="2" destOrd="0" presId="urn:microsoft.com/office/officeart/2005/8/layout/vList5"/>
    <dgm:cxn modelId="{CC924A02-000A-4CA9-94A2-A2BA8A8B9150}" type="presParOf" srcId="{FD2713F7-1583-49B4-B6DC-AE2146149337}" destId="{E632F834-864E-4CCD-9A36-DB0AD6FCA6F4}" srcOrd="0" destOrd="0" presId="urn:microsoft.com/office/officeart/2005/8/layout/vList5"/>
    <dgm:cxn modelId="{82FF17BC-B731-4904-AED8-78D72905C280}" type="presParOf" srcId="{5F434E29-81F3-4562-91A8-AC98BD263BE3}" destId="{E2BD3D8F-968A-4F86-B1D4-B07A0DB83DB4}" srcOrd="3" destOrd="0" presId="urn:microsoft.com/office/officeart/2005/8/layout/vList5"/>
    <dgm:cxn modelId="{47498234-0B4D-445F-BA09-7B381BC13BBD}" type="presParOf" srcId="{5F434E29-81F3-4562-91A8-AC98BD263BE3}" destId="{6E42E0CE-E03C-496E-B952-6C1DA5937236}" srcOrd="4" destOrd="0" presId="urn:microsoft.com/office/officeart/2005/8/layout/vList5"/>
    <dgm:cxn modelId="{D1FC83BE-AC31-495A-A496-6D9FF1B8A63B}" type="presParOf" srcId="{6E42E0CE-E03C-496E-B952-6C1DA5937236}" destId="{C75033BC-CBD8-41EC-95D3-5CDF3125A989}" srcOrd="0" destOrd="0" presId="urn:microsoft.com/office/officeart/2005/8/layout/vList5"/>
    <dgm:cxn modelId="{BDAF69EC-C900-4C76-9330-8EFCCB783689}" type="presParOf" srcId="{5F434E29-81F3-4562-91A8-AC98BD263BE3}" destId="{AEBB0029-B976-4C9A-B001-26A92FCFD611}" srcOrd="5" destOrd="0" presId="urn:microsoft.com/office/officeart/2005/8/layout/vList5"/>
    <dgm:cxn modelId="{4FA96EC5-0932-434F-83ED-254BFEFEDAAF}" type="presParOf" srcId="{5F434E29-81F3-4562-91A8-AC98BD263BE3}" destId="{F1ED1C8F-742A-487B-8E8D-64040500E502}" srcOrd="6" destOrd="0" presId="urn:microsoft.com/office/officeart/2005/8/layout/vList5"/>
    <dgm:cxn modelId="{8C53B3F0-073D-4F00-8CF1-B1FDAD2B9F89}" type="presParOf" srcId="{F1ED1C8F-742A-487B-8E8D-64040500E502}" destId="{8D938BFD-4613-4FC9-975B-F14F8233FC89}" srcOrd="0" destOrd="0" presId="urn:microsoft.com/office/officeart/2005/8/layout/vList5"/>
    <dgm:cxn modelId="{C2B071AC-DBF2-456A-8E7E-7FA19BE3AECE}" type="presParOf" srcId="{5F434E29-81F3-4562-91A8-AC98BD263BE3}" destId="{F4D72E7C-06FE-461B-938F-5AC2A172B102}" srcOrd="7" destOrd="0" presId="urn:microsoft.com/office/officeart/2005/8/layout/vList5"/>
    <dgm:cxn modelId="{942CCC52-76BA-4BB1-91E1-F0D715EAE04A}" type="presParOf" srcId="{5F434E29-81F3-4562-91A8-AC98BD263BE3}" destId="{13A8A2C3-37B6-477F-940C-0057D9C352AC}" srcOrd="8" destOrd="0" presId="urn:microsoft.com/office/officeart/2005/8/layout/vList5"/>
    <dgm:cxn modelId="{516B1D54-A001-4E99-BCAA-0E8C7F9A03F7}" type="presParOf" srcId="{13A8A2C3-37B6-477F-940C-0057D9C352AC}" destId="{EF428BD5-CBDB-4863-9AF6-E687174EE6EE}" srcOrd="0" destOrd="0" presId="urn:microsoft.com/office/officeart/2005/8/layout/vList5"/>
    <dgm:cxn modelId="{5FCB5E6A-CEE7-4E64-B7F8-1E18A23DB34A}" type="presParOf" srcId="{5F434E29-81F3-4562-91A8-AC98BD263BE3}" destId="{194DD9A1-5FE2-49C1-BBB8-566852DE7764}" srcOrd="9" destOrd="0" presId="urn:microsoft.com/office/officeart/2005/8/layout/vList5"/>
    <dgm:cxn modelId="{DFCF0AD0-DBC4-4EF7-8F5B-7081726A8CC9}" type="presParOf" srcId="{5F434E29-81F3-4562-91A8-AC98BD263BE3}" destId="{3FAFF1E6-9F7D-4D2D-A3D4-232F925B07B5}" srcOrd="10" destOrd="0" presId="urn:microsoft.com/office/officeart/2005/8/layout/vList5"/>
    <dgm:cxn modelId="{7819C8F2-CE40-4C48-9C27-EB4D464B2617}" type="presParOf" srcId="{3FAFF1E6-9F7D-4D2D-A3D4-232F925B07B5}" destId="{B3A4E40A-F234-44BD-80FE-4E8044D15B09}" srcOrd="0" destOrd="0" presId="urn:microsoft.com/office/officeart/2005/8/layout/vList5"/>
    <dgm:cxn modelId="{3229A7A3-AF10-43AD-8CB8-624619539903}" type="presParOf" srcId="{5F434E29-81F3-4562-91A8-AC98BD263BE3}" destId="{E62A4DC8-7CD6-473C-B4A7-AF142075717E}" srcOrd="11" destOrd="0" presId="urn:microsoft.com/office/officeart/2005/8/layout/vList5"/>
    <dgm:cxn modelId="{3C737D26-FDC8-4D19-8B73-91CEC2A42567}" type="presParOf" srcId="{5F434E29-81F3-4562-91A8-AC98BD263BE3}" destId="{E8F16749-2E9A-4781-9671-D66BD4FA6AAA}" srcOrd="12" destOrd="0" presId="urn:microsoft.com/office/officeart/2005/8/layout/vList5"/>
    <dgm:cxn modelId="{78AF4396-5151-4F66-ADC1-F1099A3B8A6D}" type="presParOf" srcId="{E8F16749-2E9A-4781-9671-D66BD4FA6AAA}" destId="{200B24AA-814D-434B-A9C0-B053E78DF7EA}" srcOrd="0" destOrd="0" presId="urn:microsoft.com/office/officeart/2005/8/layout/vList5"/>
    <dgm:cxn modelId="{96515C75-C7DA-4D1B-AAB3-6C1E38ABA4F1}" type="presParOf" srcId="{5F434E29-81F3-4562-91A8-AC98BD263BE3}" destId="{C8516C90-6472-47AB-AFC5-B09405B98BFE}" srcOrd="13" destOrd="0" presId="urn:microsoft.com/office/officeart/2005/8/layout/vList5"/>
    <dgm:cxn modelId="{02423438-F565-4103-B030-F72613265B9E}" type="presParOf" srcId="{5F434E29-81F3-4562-91A8-AC98BD263BE3}" destId="{25DB2B7A-CD61-4204-B680-D51D4FE82B8B}" srcOrd="14" destOrd="0" presId="urn:microsoft.com/office/officeart/2005/8/layout/vList5"/>
    <dgm:cxn modelId="{00C8BBCD-1D33-4564-B63A-76AF2E1FA7B5}" type="presParOf" srcId="{25DB2B7A-CD61-4204-B680-D51D4FE82B8B}" destId="{8D09C68E-0C50-4D62-9E49-AE8EF0DECC9D}" srcOrd="0" destOrd="0" presId="urn:microsoft.com/office/officeart/2005/8/layout/vList5"/>
    <dgm:cxn modelId="{AFC55A81-570C-44C9-9D22-676415D2A232}" type="presParOf" srcId="{5F434E29-81F3-4562-91A8-AC98BD263BE3}" destId="{D6AB02D7-D532-48F5-9B47-A74A65F14396}" srcOrd="15" destOrd="0" presId="urn:microsoft.com/office/officeart/2005/8/layout/vList5"/>
    <dgm:cxn modelId="{D95FDA13-88FD-45BA-9C12-603549B59830}" type="presParOf" srcId="{5F434E29-81F3-4562-91A8-AC98BD263BE3}" destId="{A7F62E92-75E7-4701-BA28-64855813471B}" srcOrd="16" destOrd="0" presId="urn:microsoft.com/office/officeart/2005/8/layout/vList5"/>
    <dgm:cxn modelId="{5DA7ED8D-64B3-48F5-81C5-5A05E00C981B}" type="presParOf" srcId="{A7F62E92-75E7-4701-BA28-64855813471B}" destId="{8BB79FE7-30A6-4CE1-B0E5-FBD1D5E5D4C5}" srcOrd="0" destOrd="0" presId="urn:microsoft.com/office/officeart/2005/8/layout/vList5"/>
    <dgm:cxn modelId="{E30C615D-15AD-44CB-8786-FCBEB23531CC}" type="presParOf" srcId="{5F434E29-81F3-4562-91A8-AC98BD263BE3}" destId="{2626C210-83C4-468B-92D0-5240C55F26E2}" srcOrd="17" destOrd="0" presId="urn:microsoft.com/office/officeart/2005/8/layout/vList5"/>
    <dgm:cxn modelId="{F534F62A-5894-4264-8CFC-3FFFFE1E1C59}" type="presParOf" srcId="{5F434E29-81F3-4562-91A8-AC98BD263BE3}" destId="{B72D87F7-CC82-4D84-AA18-BB144C64AE2E}" srcOrd="18" destOrd="0" presId="urn:microsoft.com/office/officeart/2005/8/layout/vList5"/>
    <dgm:cxn modelId="{5DDD309B-AFCA-4480-8A2C-F2FC70D81F60}" type="presParOf" srcId="{B72D87F7-CC82-4D84-AA18-BB144C64AE2E}" destId="{8AC2084B-AD87-4737-9A94-C5B5FEA78FA2}" srcOrd="0" destOrd="0" presId="urn:microsoft.com/office/officeart/2005/8/layout/vList5"/>
    <dgm:cxn modelId="{F5FBD7EB-2311-4351-89B9-E5E61DCFB656}" type="presParOf" srcId="{5F434E29-81F3-4562-91A8-AC98BD263BE3}" destId="{21DC75F8-F0EC-4E5E-A501-6B9C2667793E}" srcOrd="19" destOrd="0" presId="urn:microsoft.com/office/officeart/2005/8/layout/vList5"/>
    <dgm:cxn modelId="{4F3BB502-FC60-47CA-B26B-5ED8BB2BB482}" type="presParOf" srcId="{5F434E29-81F3-4562-91A8-AC98BD263BE3}" destId="{DA758DD2-61DF-4EA6-9A77-F1E56C466537}" srcOrd="20" destOrd="0" presId="urn:microsoft.com/office/officeart/2005/8/layout/vList5"/>
    <dgm:cxn modelId="{71F3DDF3-33D4-4DAE-9855-108AD0097572}" type="presParOf" srcId="{DA758DD2-61DF-4EA6-9A77-F1E56C466537}" destId="{0CF10914-9343-45C2-B5D2-BF9A05219B4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23A2FD-D276-4DEC-92D7-431A9568354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93D473-108F-481F-A280-8DA441E66614}">
      <dgm:prSet/>
      <dgm:spPr/>
      <dgm:t>
        <a:bodyPr/>
        <a:lstStyle/>
        <a:p>
          <a:r>
            <a:rPr lang="en-US"/>
            <a:t>Launch browser using </a:t>
          </a:r>
          <a:r>
            <a:rPr lang="en-US" b="1"/>
            <a:t>Selenium WebDriver</a:t>
          </a:r>
          <a:r>
            <a:rPr lang="en-US"/>
            <a:t> </a:t>
          </a:r>
        </a:p>
      </dgm:t>
    </dgm:pt>
    <dgm:pt modelId="{520FE791-A1EC-4B72-9802-55F850BB326B}" type="parTrans" cxnId="{927A8E7F-202A-4187-9EC3-C1893F706F4D}">
      <dgm:prSet/>
      <dgm:spPr/>
      <dgm:t>
        <a:bodyPr/>
        <a:lstStyle/>
        <a:p>
          <a:endParaRPr lang="en-US"/>
        </a:p>
      </dgm:t>
    </dgm:pt>
    <dgm:pt modelId="{3E893043-6208-4D03-B92E-DAE7515EAFB5}" type="sibTrans" cxnId="{927A8E7F-202A-4187-9EC3-C1893F706F4D}">
      <dgm:prSet/>
      <dgm:spPr/>
      <dgm:t>
        <a:bodyPr/>
        <a:lstStyle/>
        <a:p>
          <a:endParaRPr lang="en-US"/>
        </a:p>
      </dgm:t>
    </dgm:pt>
    <dgm:pt modelId="{5D616DB4-B9D8-4258-9A36-9E5CE7B91CD1}">
      <dgm:prSet/>
      <dgm:spPr/>
      <dgm:t>
        <a:bodyPr/>
        <a:lstStyle/>
        <a:p>
          <a:r>
            <a:rPr lang="en-US"/>
            <a:t>Open target weather website URL </a:t>
          </a:r>
        </a:p>
      </dgm:t>
    </dgm:pt>
    <dgm:pt modelId="{3F5B388A-AB4F-4006-A98B-AB02EBF5848E}" type="parTrans" cxnId="{2B732A10-2AA4-4334-9F9E-38E0B982A59B}">
      <dgm:prSet/>
      <dgm:spPr/>
      <dgm:t>
        <a:bodyPr/>
        <a:lstStyle/>
        <a:p>
          <a:endParaRPr lang="en-US"/>
        </a:p>
      </dgm:t>
    </dgm:pt>
    <dgm:pt modelId="{49D5B823-83AB-49EA-B821-B3A6C9FCE3FF}" type="sibTrans" cxnId="{2B732A10-2AA4-4334-9F9E-38E0B982A59B}">
      <dgm:prSet/>
      <dgm:spPr/>
      <dgm:t>
        <a:bodyPr/>
        <a:lstStyle/>
        <a:p>
          <a:endParaRPr lang="en-US"/>
        </a:p>
      </dgm:t>
    </dgm:pt>
    <dgm:pt modelId="{5CD3F9EC-98C4-4F78-BFEF-E3AD0231D4D7}">
      <dgm:prSet/>
      <dgm:spPr/>
      <dgm:t>
        <a:bodyPr/>
        <a:lstStyle/>
        <a:p>
          <a:r>
            <a:rPr lang="en-US"/>
            <a:t>Wait for page to fully load (handle dynamic content) </a:t>
          </a:r>
        </a:p>
      </dgm:t>
    </dgm:pt>
    <dgm:pt modelId="{B6DED5A8-596A-47E3-96C9-B787FE4C9723}" type="parTrans" cxnId="{60791D9E-71E8-41EF-A319-999AD9A0FC88}">
      <dgm:prSet/>
      <dgm:spPr/>
      <dgm:t>
        <a:bodyPr/>
        <a:lstStyle/>
        <a:p>
          <a:endParaRPr lang="en-US"/>
        </a:p>
      </dgm:t>
    </dgm:pt>
    <dgm:pt modelId="{1D0CBB66-3654-43B3-96C1-918479F9B9F4}" type="sibTrans" cxnId="{60791D9E-71E8-41EF-A319-999AD9A0FC88}">
      <dgm:prSet/>
      <dgm:spPr/>
      <dgm:t>
        <a:bodyPr/>
        <a:lstStyle/>
        <a:p>
          <a:endParaRPr lang="en-US"/>
        </a:p>
      </dgm:t>
    </dgm:pt>
    <dgm:pt modelId="{1A4C1344-DDD6-4762-A9CB-2F3531F7EF5C}">
      <dgm:prSet/>
      <dgm:spPr/>
      <dgm:t>
        <a:bodyPr/>
        <a:lstStyle/>
        <a:p>
          <a:r>
            <a:rPr lang="en-US"/>
            <a:t>Locate elements using XPath / CSS selectors </a:t>
          </a:r>
        </a:p>
      </dgm:t>
    </dgm:pt>
    <dgm:pt modelId="{3154ADED-8C88-426A-83C6-9709E4E0289F}" type="parTrans" cxnId="{32B42FAD-33BF-4C9E-B203-5E2783C888E2}">
      <dgm:prSet/>
      <dgm:spPr/>
      <dgm:t>
        <a:bodyPr/>
        <a:lstStyle/>
        <a:p>
          <a:endParaRPr lang="en-US"/>
        </a:p>
      </dgm:t>
    </dgm:pt>
    <dgm:pt modelId="{4F501065-0DBF-4D08-9BFE-E18D96B9CA97}" type="sibTrans" cxnId="{32B42FAD-33BF-4C9E-B203-5E2783C888E2}">
      <dgm:prSet/>
      <dgm:spPr/>
      <dgm:t>
        <a:bodyPr/>
        <a:lstStyle/>
        <a:p>
          <a:endParaRPr lang="en-US"/>
        </a:p>
      </dgm:t>
    </dgm:pt>
    <dgm:pt modelId="{3A63DE3E-4BB3-4738-960C-1C17BA88C636}">
      <dgm:prSet/>
      <dgm:spPr/>
      <dgm:t>
        <a:bodyPr/>
        <a:lstStyle/>
        <a:p>
          <a:r>
            <a:rPr lang="en-US"/>
            <a:t>Extract required data (Temperature, AQI, etc.) </a:t>
          </a:r>
        </a:p>
      </dgm:t>
    </dgm:pt>
    <dgm:pt modelId="{02DF4BE8-DF75-4D2F-AA6B-00619CED4A05}" type="parTrans" cxnId="{6267F5AE-E137-4131-8105-561408F735D3}">
      <dgm:prSet/>
      <dgm:spPr/>
      <dgm:t>
        <a:bodyPr/>
        <a:lstStyle/>
        <a:p>
          <a:endParaRPr lang="en-US"/>
        </a:p>
      </dgm:t>
    </dgm:pt>
    <dgm:pt modelId="{E78613BB-7067-468C-A3F8-444142C7F4B1}" type="sibTrans" cxnId="{6267F5AE-E137-4131-8105-561408F735D3}">
      <dgm:prSet/>
      <dgm:spPr/>
      <dgm:t>
        <a:bodyPr/>
        <a:lstStyle/>
        <a:p>
          <a:endParaRPr lang="en-US"/>
        </a:p>
      </dgm:t>
    </dgm:pt>
    <dgm:pt modelId="{6062DF05-6090-49B1-AC5C-4902568DDA08}">
      <dgm:prSet/>
      <dgm:spPr/>
      <dgm:t>
        <a:bodyPr/>
        <a:lstStyle/>
        <a:p>
          <a:r>
            <a:rPr lang="en-US"/>
            <a:t>Handle missing or dynamic values using safe extraction </a:t>
          </a:r>
        </a:p>
      </dgm:t>
    </dgm:pt>
    <dgm:pt modelId="{B40E1D2D-5ED1-4FD2-9D5B-E37131CB611F}" type="parTrans" cxnId="{5A5B69A9-F46A-4166-AF0A-ADF192D873D1}">
      <dgm:prSet/>
      <dgm:spPr/>
      <dgm:t>
        <a:bodyPr/>
        <a:lstStyle/>
        <a:p>
          <a:endParaRPr lang="en-US"/>
        </a:p>
      </dgm:t>
    </dgm:pt>
    <dgm:pt modelId="{DA542125-D0CA-4CDC-86C4-B9C3ADDD2305}" type="sibTrans" cxnId="{5A5B69A9-F46A-4166-AF0A-ADF192D873D1}">
      <dgm:prSet/>
      <dgm:spPr/>
      <dgm:t>
        <a:bodyPr/>
        <a:lstStyle/>
        <a:p>
          <a:endParaRPr lang="en-US"/>
        </a:p>
      </dgm:t>
    </dgm:pt>
    <dgm:pt modelId="{6810CFE8-E137-4228-AA89-F1C98120794F}">
      <dgm:prSet/>
      <dgm:spPr/>
      <dgm:t>
        <a:bodyPr/>
        <a:lstStyle/>
        <a:p>
          <a:r>
            <a:rPr lang="en-US"/>
            <a:t>Store extracted data in structured format (MySQL,CSV) </a:t>
          </a:r>
        </a:p>
      </dgm:t>
    </dgm:pt>
    <dgm:pt modelId="{CD552D9C-11DD-4D81-B691-25E84436C9A7}" type="parTrans" cxnId="{912F89D8-CDB1-49FC-858C-7E7C07D7691E}">
      <dgm:prSet/>
      <dgm:spPr/>
      <dgm:t>
        <a:bodyPr/>
        <a:lstStyle/>
        <a:p>
          <a:endParaRPr lang="en-US"/>
        </a:p>
      </dgm:t>
    </dgm:pt>
    <dgm:pt modelId="{B4899CBB-DB3A-4DAA-B258-5598F8F4DD81}" type="sibTrans" cxnId="{912F89D8-CDB1-49FC-858C-7E7C07D7691E}">
      <dgm:prSet/>
      <dgm:spPr/>
      <dgm:t>
        <a:bodyPr/>
        <a:lstStyle/>
        <a:p>
          <a:endParaRPr lang="en-US"/>
        </a:p>
      </dgm:t>
    </dgm:pt>
    <dgm:pt modelId="{18946575-89E9-4395-8610-6081C2E73F7E}" type="pres">
      <dgm:prSet presAssocID="{E923A2FD-D276-4DEC-92D7-431A95683547}" presName="Name0" presStyleCnt="0">
        <dgm:presLayoutVars>
          <dgm:dir/>
          <dgm:resizeHandles val="exact"/>
        </dgm:presLayoutVars>
      </dgm:prSet>
      <dgm:spPr/>
    </dgm:pt>
    <dgm:pt modelId="{984FFD0F-1E05-4231-83DD-80E60A1064E3}" type="pres">
      <dgm:prSet presAssocID="{8D93D473-108F-481F-A280-8DA441E66614}" presName="node" presStyleLbl="node1" presStyleIdx="0" presStyleCnt="7">
        <dgm:presLayoutVars>
          <dgm:bulletEnabled val="1"/>
        </dgm:presLayoutVars>
      </dgm:prSet>
      <dgm:spPr/>
    </dgm:pt>
    <dgm:pt modelId="{7986FCB2-FCDF-4100-A93A-365A1CE4901F}" type="pres">
      <dgm:prSet presAssocID="{3E893043-6208-4D03-B92E-DAE7515EAFB5}" presName="sibTrans" presStyleLbl="sibTrans1D1" presStyleIdx="0" presStyleCnt="6"/>
      <dgm:spPr/>
    </dgm:pt>
    <dgm:pt modelId="{11ABA9F1-DD32-4AB2-9336-964D6A5C097F}" type="pres">
      <dgm:prSet presAssocID="{3E893043-6208-4D03-B92E-DAE7515EAFB5}" presName="connectorText" presStyleLbl="sibTrans1D1" presStyleIdx="0" presStyleCnt="6"/>
      <dgm:spPr/>
    </dgm:pt>
    <dgm:pt modelId="{A44400D0-4B03-4B53-A852-1AF8CF5B29AA}" type="pres">
      <dgm:prSet presAssocID="{5D616DB4-B9D8-4258-9A36-9E5CE7B91CD1}" presName="node" presStyleLbl="node1" presStyleIdx="1" presStyleCnt="7">
        <dgm:presLayoutVars>
          <dgm:bulletEnabled val="1"/>
        </dgm:presLayoutVars>
      </dgm:prSet>
      <dgm:spPr/>
    </dgm:pt>
    <dgm:pt modelId="{9EB415B9-7ED7-483D-80AE-295AEBE053BE}" type="pres">
      <dgm:prSet presAssocID="{49D5B823-83AB-49EA-B821-B3A6C9FCE3FF}" presName="sibTrans" presStyleLbl="sibTrans1D1" presStyleIdx="1" presStyleCnt="6"/>
      <dgm:spPr/>
    </dgm:pt>
    <dgm:pt modelId="{0719DF2F-29CF-4907-B687-19B64FE560F5}" type="pres">
      <dgm:prSet presAssocID="{49D5B823-83AB-49EA-B821-B3A6C9FCE3FF}" presName="connectorText" presStyleLbl="sibTrans1D1" presStyleIdx="1" presStyleCnt="6"/>
      <dgm:spPr/>
    </dgm:pt>
    <dgm:pt modelId="{E1E9FF91-7279-4472-8451-F1FAF4A994FC}" type="pres">
      <dgm:prSet presAssocID="{5CD3F9EC-98C4-4F78-BFEF-E3AD0231D4D7}" presName="node" presStyleLbl="node1" presStyleIdx="2" presStyleCnt="7">
        <dgm:presLayoutVars>
          <dgm:bulletEnabled val="1"/>
        </dgm:presLayoutVars>
      </dgm:prSet>
      <dgm:spPr/>
    </dgm:pt>
    <dgm:pt modelId="{A51933FB-6836-44FE-9A84-24A768875706}" type="pres">
      <dgm:prSet presAssocID="{1D0CBB66-3654-43B3-96C1-918479F9B9F4}" presName="sibTrans" presStyleLbl="sibTrans1D1" presStyleIdx="2" presStyleCnt="6"/>
      <dgm:spPr/>
    </dgm:pt>
    <dgm:pt modelId="{9316C1F6-4136-47CE-AFF2-C1E615528433}" type="pres">
      <dgm:prSet presAssocID="{1D0CBB66-3654-43B3-96C1-918479F9B9F4}" presName="connectorText" presStyleLbl="sibTrans1D1" presStyleIdx="2" presStyleCnt="6"/>
      <dgm:spPr/>
    </dgm:pt>
    <dgm:pt modelId="{8EDEF81F-4ADF-41B2-B222-2BD798BCBC6C}" type="pres">
      <dgm:prSet presAssocID="{1A4C1344-DDD6-4762-A9CB-2F3531F7EF5C}" presName="node" presStyleLbl="node1" presStyleIdx="3" presStyleCnt="7">
        <dgm:presLayoutVars>
          <dgm:bulletEnabled val="1"/>
        </dgm:presLayoutVars>
      </dgm:prSet>
      <dgm:spPr/>
    </dgm:pt>
    <dgm:pt modelId="{CA743DD7-5640-45EE-92D2-B09102DA5E0D}" type="pres">
      <dgm:prSet presAssocID="{4F501065-0DBF-4D08-9BFE-E18D96B9CA97}" presName="sibTrans" presStyleLbl="sibTrans1D1" presStyleIdx="3" presStyleCnt="6"/>
      <dgm:spPr/>
    </dgm:pt>
    <dgm:pt modelId="{0DB3BDB5-CCA1-4163-B0B3-209FFF74AF18}" type="pres">
      <dgm:prSet presAssocID="{4F501065-0DBF-4D08-9BFE-E18D96B9CA97}" presName="connectorText" presStyleLbl="sibTrans1D1" presStyleIdx="3" presStyleCnt="6"/>
      <dgm:spPr/>
    </dgm:pt>
    <dgm:pt modelId="{B5F9F055-CAF5-4864-8BC8-9191BD984858}" type="pres">
      <dgm:prSet presAssocID="{3A63DE3E-4BB3-4738-960C-1C17BA88C636}" presName="node" presStyleLbl="node1" presStyleIdx="4" presStyleCnt="7">
        <dgm:presLayoutVars>
          <dgm:bulletEnabled val="1"/>
        </dgm:presLayoutVars>
      </dgm:prSet>
      <dgm:spPr/>
    </dgm:pt>
    <dgm:pt modelId="{7BCAA00F-F832-43CE-B856-DE27F4C7BBF8}" type="pres">
      <dgm:prSet presAssocID="{E78613BB-7067-468C-A3F8-444142C7F4B1}" presName="sibTrans" presStyleLbl="sibTrans1D1" presStyleIdx="4" presStyleCnt="6"/>
      <dgm:spPr/>
    </dgm:pt>
    <dgm:pt modelId="{565C7E78-90F2-480D-B555-8D2CFB47DAAF}" type="pres">
      <dgm:prSet presAssocID="{E78613BB-7067-468C-A3F8-444142C7F4B1}" presName="connectorText" presStyleLbl="sibTrans1D1" presStyleIdx="4" presStyleCnt="6"/>
      <dgm:spPr/>
    </dgm:pt>
    <dgm:pt modelId="{52DE37CC-9221-4728-B390-982A07547BBD}" type="pres">
      <dgm:prSet presAssocID="{6062DF05-6090-49B1-AC5C-4902568DDA08}" presName="node" presStyleLbl="node1" presStyleIdx="5" presStyleCnt="7">
        <dgm:presLayoutVars>
          <dgm:bulletEnabled val="1"/>
        </dgm:presLayoutVars>
      </dgm:prSet>
      <dgm:spPr/>
    </dgm:pt>
    <dgm:pt modelId="{BAB5BB93-08AE-4431-8E6B-3B23A37F6181}" type="pres">
      <dgm:prSet presAssocID="{DA542125-D0CA-4CDC-86C4-B9C3ADDD2305}" presName="sibTrans" presStyleLbl="sibTrans1D1" presStyleIdx="5" presStyleCnt="6"/>
      <dgm:spPr/>
    </dgm:pt>
    <dgm:pt modelId="{8AC7E259-ACFE-4006-A018-0F32BD44CD34}" type="pres">
      <dgm:prSet presAssocID="{DA542125-D0CA-4CDC-86C4-B9C3ADDD2305}" presName="connectorText" presStyleLbl="sibTrans1D1" presStyleIdx="5" presStyleCnt="6"/>
      <dgm:spPr/>
    </dgm:pt>
    <dgm:pt modelId="{D724619D-E7C4-41FD-B628-F08777515C82}" type="pres">
      <dgm:prSet presAssocID="{6810CFE8-E137-4228-AA89-F1C98120794F}" presName="node" presStyleLbl="node1" presStyleIdx="6" presStyleCnt="7">
        <dgm:presLayoutVars>
          <dgm:bulletEnabled val="1"/>
        </dgm:presLayoutVars>
      </dgm:prSet>
      <dgm:spPr/>
    </dgm:pt>
  </dgm:ptLst>
  <dgm:cxnLst>
    <dgm:cxn modelId="{F4FCAD01-33F6-4032-BB36-3AB0C5A0CB24}" type="presOf" srcId="{DA542125-D0CA-4CDC-86C4-B9C3ADDD2305}" destId="{BAB5BB93-08AE-4431-8E6B-3B23A37F6181}" srcOrd="0" destOrd="0" presId="urn:microsoft.com/office/officeart/2016/7/layout/RepeatingBendingProcessNew"/>
    <dgm:cxn modelId="{2B732A10-2AA4-4334-9F9E-38E0B982A59B}" srcId="{E923A2FD-D276-4DEC-92D7-431A95683547}" destId="{5D616DB4-B9D8-4258-9A36-9E5CE7B91CD1}" srcOrd="1" destOrd="0" parTransId="{3F5B388A-AB4F-4006-A98B-AB02EBF5848E}" sibTransId="{49D5B823-83AB-49EA-B821-B3A6C9FCE3FF}"/>
    <dgm:cxn modelId="{E6AF7016-B083-467C-8EE5-5DFE4B5E9C03}" type="presOf" srcId="{5CD3F9EC-98C4-4F78-BFEF-E3AD0231D4D7}" destId="{E1E9FF91-7279-4472-8451-F1FAF4A994FC}" srcOrd="0" destOrd="0" presId="urn:microsoft.com/office/officeart/2016/7/layout/RepeatingBendingProcessNew"/>
    <dgm:cxn modelId="{E086F924-4852-4161-B3D3-6900A7DFFBB1}" type="presOf" srcId="{E923A2FD-D276-4DEC-92D7-431A95683547}" destId="{18946575-89E9-4395-8610-6081C2E73F7E}" srcOrd="0" destOrd="0" presId="urn:microsoft.com/office/officeart/2016/7/layout/RepeatingBendingProcessNew"/>
    <dgm:cxn modelId="{4228C72A-8BA7-4D42-ABC9-80AFCB685515}" type="presOf" srcId="{3A63DE3E-4BB3-4738-960C-1C17BA88C636}" destId="{B5F9F055-CAF5-4864-8BC8-9191BD984858}" srcOrd="0" destOrd="0" presId="urn:microsoft.com/office/officeart/2016/7/layout/RepeatingBendingProcessNew"/>
    <dgm:cxn modelId="{B1BA202E-2764-4427-96CC-E981539386E3}" type="presOf" srcId="{E78613BB-7067-468C-A3F8-444142C7F4B1}" destId="{7BCAA00F-F832-43CE-B856-DE27F4C7BBF8}" srcOrd="0" destOrd="0" presId="urn:microsoft.com/office/officeart/2016/7/layout/RepeatingBendingProcessNew"/>
    <dgm:cxn modelId="{5D18E935-216B-42A5-BD1A-89D8DF593860}" type="presOf" srcId="{1D0CBB66-3654-43B3-96C1-918479F9B9F4}" destId="{9316C1F6-4136-47CE-AFF2-C1E615528433}" srcOrd="1" destOrd="0" presId="urn:microsoft.com/office/officeart/2016/7/layout/RepeatingBendingProcessNew"/>
    <dgm:cxn modelId="{D9757363-9365-4667-A927-417A1C876B62}" type="presOf" srcId="{1A4C1344-DDD6-4762-A9CB-2F3531F7EF5C}" destId="{8EDEF81F-4ADF-41B2-B222-2BD798BCBC6C}" srcOrd="0" destOrd="0" presId="urn:microsoft.com/office/officeart/2016/7/layout/RepeatingBendingProcessNew"/>
    <dgm:cxn modelId="{5D56AF63-1D29-4DCA-9077-F5C74AE71FBB}" type="presOf" srcId="{8D93D473-108F-481F-A280-8DA441E66614}" destId="{984FFD0F-1E05-4231-83DD-80E60A1064E3}" srcOrd="0" destOrd="0" presId="urn:microsoft.com/office/officeart/2016/7/layout/RepeatingBendingProcessNew"/>
    <dgm:cxn modelId="{9BD8466F-7BC8-4547-BBDB-4F307860C003}" type="presOf" srcId="{5D616DB4-B9D8-4258-9A36-9E5CE7B91CD1}" destId="{A44400D0-4B03-4B53-A852-1AF8CF5B29AA}" srcOrd="0" destOrd="0" presId="urn:microsoft.com/office/officeart/2016/7/layout/RepeatingBendingProcessNew"/>
    <dgm:cxn modelId="{9795AF51-4A1E-40A2-B296-4DD03CA3BAE2}" type="presOf" srcId="{49D5B823-83AB-49EA-B821-B3A6C9FCE3FF}" destId="{0719DF2F-29CF-4907-B687-19B64FE560F5}" srcOrd="1" destOrd="0" presId="urn:microsoft.com/office/officeart/2016/7/layout/RepeatingBendingProcessNew"/>
    <dgm:cxn modelId="{8BCB7772-99A7-41DC-86B7-8AE2FC8F00F3}" type="presOf" srcId="{3E893043-6208-4D03-B92E-DAE7515EAFB5}" destId="{11ABA9F1-DD32-4AB2-9336-964D6A5C097F}" srcOrd="1" destOrd="0" presId="urn:microsoft.com/office/officeart/2016/7/layout/RepeatingBendingProcessNew"/>
    <dgm:cxn modelId="{927A8E7F-202A-4187-9EC3-C1893F706F4D}" srcId="{E923A2FD-D276-4DEC-92D7-431A95683547}" destId="{8D93D473-108F-481F-A280-8DA441E66614}" srcOrd="0" destOrd="0" parTransId="{520FE791-A1EC-4B72-9802-55F850BB326B}" sibTransId="{3E893043-6208-4D03-B92E-DAE7515EAFB5}"/>
    <dgm:cxn modelId="{67E70C80-4C74-4878-B35C-6D9030FCC8B2}" type="presOf" srcId="{6810CFE8-E137-4228-AA89-F1C98120794F}" destId="{D724619D-E7C4-41FD-B628-F08777515C82}" srcOrd="0" destOrd="0" presId="urn:microsoft.com/office/officeart/2016/7/layout/RepeatingBendingProcessNew"/>
    <dgm:cxn modelId="{ADAF8C80-3D17-43FC-AFE2-A3A0E3CC565A}" type="presOf" srcId="{1D0CBB66-3654-43B3-96C1-918479F9B9F4}" destId="{A51933FB-6836-44FE-9A84-24A768875706}" srcOrd="0" destOrd="0" presId="urn:microsoft.com/office/officeart/2016/7/layout/RepeatingBendingProcessNew"/>
    <dgm:cxn modelId="{778AC283-739D-4F44-8D9A-34DB94E561C7}" type="presOf" srcId="{3E893043-6208-4D03-B92E-DAE7515EAFB5}" destId="{7986FCB2-FCDF-4100-A93A-365A1CE4901F}" srcOrd="0" destOrd="0" presId="urn:microsoft.com/office/officeart/2016/7/layout/RepeatingBendingProcessNew"/>
    <dgm:cxn modelId="{98384684-4511-4901-9827-038E07A4C908}" type="presOf" srcId="{4F501065-0DBF-4D08-9BFE-E18D96B9CA97}" destId="{0DB3BDB5-CCA1-4163-B0B3-209FFF74AF18}" srcOrd="1" destOrd="0" presId="urn:microsoft.com/office/officeart/2016/7/layout/RepeatingBendingProcessNew"/>
    <dgm:cxn modelId="{60791D9E-71E8-41EF-A319-999AD9A0FC88}" srcId="{E923A2FD-D276-4DEC-92D7-431A95683547}" destId="{5CD3F9EC-98C4-4F78-BFEF-E3AD0231D4D7}" srcOrd="2" destOrd="0" parTransId="{B6DED5A8-596A-47E3-96C9-B787FE4C9723}" sibTransId="{1D0CBB66-3654-43B3-96C1-918479F9B9F4}"/>
    <dgm:cxn modelId="{5A5B69A9-F46A-4166-AF0A-ADF192D873D1}" srcId="{E923A2FD-D276-4DEC-92D7-431A95683547}" destId="{6062DF05-6090-49B1-AC5C-4902568DDA08}" srcOrd="5" destOrd="0" parTransId="{B40E1D2D-5ED1-4FD2-9D5B-E37131CB611F}" sibTransId="{DA542125-D0CA-4CDC-86C4-B9C3ADDD2305}"/>
    <dgm:cxn modelId="{32B42FAD-33BF-4C9E-B203-5E2783C888E2}" srcId="{E923A2FD-D276-4DEC-92D7-431A95683547}" destId="{1A4C1344-DDD6-4762-A9CB-2F3531F7EF5C}" srcOrd="3" destOrd="0" parTransId="{3154ADED-8C88-426A-83C6-9709E4E0289F}" sibTransId="{4F501065-0DBF-4D08-9BFE-E18D96B9CA97}"/>
    <dgm:cxn modelId="{6267F5AE-E137-4131-8105-561408F735D3}" srcId="{E923A2FD-D276-4DEC-92D7-431A95683547}" destId="{3A63DE3E-4BB3-4738-960C-1C17BA88C636}" srcOrd="4" destOrd="0" parTransId="{02DF4BE8-DF75-4D2F-AA6B-00619CED4A05}" sibTransId="{E78613BB-7067-468C-A3F8-444142C7F4B1}"/>
    <dgm:cxn modelId="{E031E3BD-425A-4623-A021-BB74E8A85627}" type="presOf" srcId="{49D5B823-83AB-49EA-B821-B3A6C9FCE3FF}" destId="{9EB415B9-7ED7-483D-80AE-295AEBE053BE}" srcOrd="0" destOrd="0" presId="urn:microsoft.com/office/officeart/2016/7/layout/RepeatingBendingProcessNew"/>
    <dgm:cxn modelId="{41D978C5-CBF2-41FE-BFB4-410242FA3109}" type="presOf" srcId="{DA542125-D0CA-4CDC-86C4-B9C3ADDD2305}" destId="{8AC7E259-ACFE-4006-A018-0F32BD44CD34}" srcOrd="1" destOrd="0" presId="urn:microsoft.com/office/officeart/2016/7/layout/RepeatingBendingProcessNew"/>
    <dgm:cxn modelId="{200B69D2-AF6A-4871-92FD-3071E9AEF7FC}" type="presOf" srcId="{6062DF05-6090-49B1-AC5C-4902568DDA08}" destId="{52DE37CC-9221-4728-B390-982A07547BBD}" srcOrd="0" destOrd="0" presId="urn:microsoft.com/office/officeart/2016/7/layout/RepeatingBendingProcessNew"/>
    <dgm:cxn modelId="{77353AD5-DC6C-4098-BC8F-F66522CE49C6}" type="presOf" srcId="{E78613BB-7067-468C-A3F8-444142C7F4B1}" destId="{565C7E78-90F2-480D-B555-8D2CFB47DAAF}" srcOrd="1" destOrd="0" presId="urn:microsoft.com/office/officeart/2016/7/layout/RepeatingBendingProcessNew"/>
    <dgm:cxn modelId="{912F89D8-CDB1-49FC-858C-7E7C07D7691E}" srcId="{E923A2FD-D276-4DEC-92D7-431A95683547}" destId="{6810CFE8-E137-4228-AA89-F1C98120794F}" srcOrd="6" destOrd="0" parTransId="{CD552D9C-11DD-4D81-B691-25E84436C9A7}" sibTransId="{B4899CBB-DB3A-4DAA-B258-5598F8F4DD81}"/>
    <dgm:cxn modelId="{CBDB05F9-9E94-4E63-B0BA-930960EAC3AA}" type="presOf" srcId="{4F501065-0DBF-4D08-9BFE-E18D96B9CA97}" destId="{CA743DD7-5640-45EE-92D2-B09102DA5E0D}" srcOrd="0" destOrd="0" presId="urn:microsoft.com/office/officeart/2016/7/layout/RepeatingBendingProcessNew"/>
    <dgm:cxn modelId="{A4B025FD-2102-4EDE-9B8D-74049B810127}" type="presParOf" srcId="{18946575-89E9-4395-8610-6081C2E73F7E}" destId="{984FFD0F-1E05-4231-83DD-80E60A1064E3}" srcOrd="0" destOrd="0" presId="urn:microsoft.com/office/officeart/2016/7/layout/RepeatingBendingProcessNew"/>
    <dgm:cxn modelId="{83EE3217-CAA5-4AAC-8831-912E94770404}" type="presParOf" srcId="{18946575-89E9-4395-8610-6081C2E73F7E}" destId="{7986FCB2-FCDF-4100-A93A-365A1CE4901F}" srcOrd="1" destOrd="0" presId="urn:microsoft.com/office/officeart/2016/7/layout/RepeatingBendingProcessNew"/>
    <dgm:cxn modelId="{4ADB859B-1E95-4745-A10F-8580BEDA7957}" type="presParOf" srcId="{7986FCB2-FCDF-4100-A93A-365A1CE4901F}" destId="{11ABA9F1-DD32-4AB2-9336-964D6A5C097F}" srcOrd="0" destOrd="0" presId="urn:microsoft.com/office/officeart/2016/7/layout/RepeatingBendingProcessNew"/>
    <dgm:cxn modelId="{8AF3E3D1-4A18-492B-A962-4EB31DAC12A6}" type="presParOf" srcId="{18946575-89E9-4395-8610-6081C2E73F7E}" destId="{A44400D0-4B03-4B53-A852-1AF8CF5B29AA}" srcOrd="2" destOrd="0" presId="urn:microsoft.com/office/officeart/2016/7/layout/RepeatingBendingProcessNew"/>
    <dgm:cxn modelId="{D03FF7D1-9B50-4FFE-9F03-6B3D5B85380D}" type="presParOf" srcId="{18946575-89E9-4395-8610-6081C2E73F7E}" destId="{9EB415B9-7ED7-483D-80AE-295AEBE053BE}" srcOrd="3" destOrd="0" presId="urn:microsoft.com/office/officeart/2016/7/layout/RepeatingBendingProcessNew"/>
    <dgm:cxn modelId="{20D79F02-0595-4AA1-90C1-809F180FE57A}" type="presParOf" srcId="{9EB415B9-7ED7-483D-80AE-295AEBE053BE}" destId="{0719DF2F-29CF-4907-B687-19B64FE560F5}" srcOrd="0" destOrd="0" presId="urn:microsoft.com/office/officeart/2016/7/layout/RepeatingBendingProcessNew"/>
    <dgm:cxn modelId="{F9DA2529-21A7-4B7A-9A2E-A2692CCDF2B7}" type="presParOf" srcId="{18946575-89E9-4395-8610-6081C2E73F7E}" destId="{E1E9FF91-7279-4472-8451-F1FAF4A994FC}" srcOrd="4" destOrd="0" presId="urn:microsoft.com/office/officeart/2016/7/layout/RepeatingBendingProcessNew"/>
    <dgm:cxn modelId="{F29813CA-480C-419B-8DAA-D2B3978406F6}" type="presParOf" srcId="{18946575-89E9-4395-8610-6081C2E73F7E}" destId="{A51933FB-6836-44FE-9A84-24A768875706}" srcOrd="5" destOrd="0" presId="urn:microsoft.com/office/officeart/2016/7/layout/RepeatingBendingProcessNew"/>
    <dgm:cxn modelId="{AD07EE5E-0B42-497A-A6F2-CB8A484FB60A}" type="presParOf" srcId="{A51933FB-6836-44FE-9A84-24A768875706}" destId="{9316C1F6-4136-47CE-AFF2-C1E615528433}" srcOrd="0" destOrd="0" presId="urn:microsoft.com/office/officeart/2016/7/layout/RepeatingBendingProcessNew"/>
    <dgm:cxn modelId="{A4C4857B-B24D-4231-B8E8-412C95AD9A7F}" type="presParOf" srcId="{18946575-89E9-4395-8610-6081C2E73F7E}" destId="{8EDEF81F-4ADF-41B2-B222-2BD798BCBC6C}" srcOrd="6" destOrd="0" presId="urn:microsoft.com/office/officeart/2016/7/layout/RepeatingBendingProcessNew"/>
    <dgm:cxn modelId="{C7F76F54-C3F5-4665-BA54-E7E13C49FED8}" type="presParOf" srcId="{18946575-89E9-4395-8610-6081C2E73F7E}" destId="{CA743DD7-5640-45EE-92D2-B09102DA5E0D}" srcOrd="7" destOrd="0" presId="urn:microsoft.com/office/officeart/2016/7/layout/RepeatingBendingProcessNew"/>
    <dgm:cxn modelId="{20D32D69-01AC-4CC6-87F5-EC3E8787BA49}" type="presParOf" srcId="{CA743DD7-5640-45EE-92D2-B09102DA5E0D}" destId="{0DB3BDB5-CCA1-4163-B0B3-209FFF74AF18}" srcOrd="0" destOrd="0" presId="urn:microsoft.com/office/officeart/2016/7/layout/RepeatingBendingProcessNew"/>
    <dgm:cxn modelId="{1A59B57A-D8A2-48E8-9597-4F3C0EC770EC}" type="presParOf" srcId="{18946575-89E9-4395-8610-6081C2E73F7E}" destId="{B5F9F055-CAF5-4864-8BC8-9191BD984858}" srcOrd="8" destOrd="0" presId="urn:microsoft.com/office/officeart/2016/7/layout/RepeatingBendingProcessNew"/>
    <dgm:cxn modelId="{A2722D9A-B5AE-42DE-B3E0-D3ACEE3D2DC2}" type="presParOf" srcId="{18946575-89E9-4395-8610-6081C2E73F7E}" destId="{7BCAA00F-F832-43CE-B856-DE27F4C7BBF8}" srcOrd="9" destOrd="0" presId="urn:microsoft.com/office/officeart/2016/7/layout/RepeatingBendingProcessNew"/>
    <dgm:cxn modelId="{DFB1B3A0-5B0B-40E3-92DA-3DE8C1F4E0A1}" type="presParOf" srcId="{7BCAA00F-F832-43CE-B856-DE27F4C7BBF8}" destId="{565C7E78-90F2-480D-B555-8D2CFB47DAAF}" srcOrd="0" destOrd="0" presId="urn:microsoft.com/office/officeart/2016/7/layout/RepeatingBendingProcessNew"/>
    <dgm:cxn modelId="{115578C4-A159-4790-B4FF-063C741A9E1D}" type="presParOf" srcId="{18946575-89E9-4395-8610-6081C2E73F7E}" destId="{52DE37CC-9221-4728-B390-982A07547BBD}" srcOrd="10" destOrd="0" presId="urn:microsoft.com/office/officeart/2016/7/layout/RepeatingBendingProcessNew"/>
    <dgm:cxn modelId="{91BA1088-3933-4250-B500-05C0B5C8E4BE}" type="presParOf" srcId="{18946575-89E9-4395-8610-6081C2E73F7E}" destId="{BAB5BB93-08AE-4431-8E6B-3B23A37F6181}" srcOrd="11" destOrd="0" presId="urn:microsoft.com/office/officeart/2016/7/layout/RepeatingBendingProcessNew"/>
    <dgm:cxn modelId="{201A8214-8C10-4163-A4F5-A05CF0C968C5}" type="presParOf" srcId="{BAB5BB93-08AE-4431-8E6B-3B23A37F6181}" destId="{8AC7E259-ACFE-4006-A018-0F32BD44CD34}" srcOrd="0" destOrd="0" presId="urn:microsoft.com/office/officeart/2016/7/layout/RepeatingBendingProcessNew"/>
    <dgm:cxn modelId="{DBCE9439-967F-4DCB-9B1D-DD142FFBE57D}" type="presParOf" srcId="{18946575-89E9-4395-8610-6081C2E73F7E}" destId="{D724619D-E7C4-41FD-B628-F08777515C82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39D66D-F0A8-47F9-BF5A-90D3D3E370FE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CEDB075-6397-48BE-9F57-45159F0A85AB}">
      <dgm:prSet/>
      <dgm:spPr/>
      <dgm:t>
        <a:bodyPr/>
        <a:lstStyle/>
        <a:p>
          <a:r>
            <a:rPr lang="en-US" b="0" i="0" baseline="0"/>
            <a:t>Custom method: safe_extract() </a:t>
          </a:r>
          <a:endParaRPr lang="en-US"/>
        </a:p>
      </dgm:t>
    </dgm:pt>
    <dgm:pt modelId="{E91EE837-5D1D-4292-BB7F-017AE4913A8C}" type="parTrans" cxnId="{FEE31769-D016-4A33-B894-CE8206B9D1C0}">
      <dgm:prSet/>
      <dgm:spPr/>
      <dgm:t>
        <a:bodyPr/>
        <a:lstStyle/>
        <a:p>
          <a:endParaRPr lang="en-US"/>
        </a:p>
      </dgm:t>
    </dgm:pt>
    <dgm:pt modelId="{9E3B7959-07F2-4AE8-8D52-5D0BDB5C14B8}" type="sibTrans" cxnId="{FEE31769-D016-4A33-B894-CE8206B9D1C0}">
      <dgm:prSet/>
      <dgm:spPr/>
      <dgm:t>
        <a:bodyPr/>
        <a:lstStyle/>
        <a:p>
          <a:endParaRPr lang="en-US"/>
        </a:p>
      </dgm:t>
    </dgm:pt>
    <dgm:pt modelId="{2F7D55E0-6206-4C31-BE61-07103E94EA1E}">
      <dgm:prSet/>
      <dgm:spPr/>
      <dgm:t>
        <a:bodyPr/>
        <a:lstStyle/>
        <a:p>
          <a:r>
            <a:rPr lang="en-US" b="0" i="0" baseline="0"/>
            <a:t>XPath-based extraction </a:t>
          </a:r>
          <a:endParaRPr lang="en-US"/>
        </a:p>
      </dgm:t>
    </dgm:pt>
    <dgm:pt modelId="{2764CA2D-A360-41EE-ADBA-FF40FA45C840}" type="parTrans" cxnId="{FF146C77-595E-4EA3-9320-D5FD532D4567}">
      <dgm:prSet/>
      <dgm:spPr/>
      <dgm:t>
        <a:bodyPr/>
        <a:lstStyle/>
        <a:p>
          <a:endParaRPr lang="en-US"/>
        </a:p>
      </dgm:t>
    </dgm:pt>
    <dgm:pt modelId="{B56631D2-BAFB-458B-85F2-FF953DC506FE}" type="sibTrans" cxnId="{FF146C77-595E-4EA3-9320-D5FD532D4567}">
      <dgm:prSet/>
      <dgm:spPr/>
      <dgm:t>
        <a:bodyPr/>
        <a:lstStyle/>
        <a:p>
          <a:endParaRPr lang="en-US"/>
        </a:p>
      </dgm:t>
    </dgm:pt>
    <dgm:pt modelId="{F9029810-7E51-4FF6-A419-AD0CA885A128}">
      <dgm:prSet/>
      <dgm:spPr/>
      <dgm:t>
        <a:bodyPr/>
        <a:lstStyle/>
        <a:p>
          <a:r>
            <a:rPr lang="en-US" b="0" i="0" baseline="0"/>
            <a:t>Exception handling using try-except </a:t>
          </a:r>
          <a:endParaRPr lang="en-US"/>
        </a:p>
      </dgm:t>
    </dgm:pt>
    <dgm:pt modelId="{D8BF235B-7C9C-4E23-ACDF-40099CD10537}" type="parTrans" cxnId="{31AC2E1F-7C27-4F3B-BBD9-7DAB28758F18}">
      <dgm:prSet/>
      <dgm:spPr/>
      <dgm:t>
        <a:bodyPr/>
        <a:lstStyle/>
        <a:p>
          <a:endParaRPr lang="en-US"/>
        </a:p>
      </dgm:t>
    </dgm:pt>
    <dgm:pt modelId="{1BE50220-1ED4-47AE-A731-9C24E4126940}" type="sibTrans" cxnId="{31AC2E1F-7C27-4F3B-BBD9-7DAB28758F18}">
      <dgm:prSet/>
      <dgm:spPr/>
      <dgm:t>
        <a:bodyPr/>
        <a:lstStyle/>
        <a:p>
          <a:endParaRPr lang="en-US"/>
        </a:p>
      </dgm:t>
    </dgm:pt>
    <dgm:pt modelId="{F2A83398-E948-4448-B36B-3FDA3B69003D}">
      <dgm:prSet/>
      <dgm:spPr/>
      <dgm:t>
        <a:bodyPr/>
        <a:lstStyle/>
        <a:p>
          <a:r>
            <a:rPr lang="en-US" b="0" i="0" baseline="0"/>
            <a:t>Dynamic data dictionary creation </a:t>
          </a:r>
          <a:endParaRPr lang="en-US"/>
        </a:p>
      </dgm:t>
    </dgm:pt>
    <dgm:pt modelId="{19E41EF9-746B-4AD1-A130-AFDE20F49E2C}" type="parTrans" cxnId="{0382552E-CEEB-44A4-89FF-F85533C59501}">
      <dgm:prSet/>
      <dgm:spPr/>
      <dgm:t>
        <a:bodyPr/>
        <a:lstStyle/>
        <a:p>
          <a:endParaRPr lang="en-US"/>
        </a:p>
      </dgm:t>
    </dgm:pt>
    <dgm:pt modelId="{C24727CE-2E37-4C0E-BB61-3A3CFAACE954}" type="sibTrans" cxnId="{0382552E-CEEB-44A4-89FF-F85533C59501}">
      <dgm:prSet/>
      <dgm:spPr/>
      <dgm:t>
        <a:bodyPr/>
        <a:lstStyle/>
        <a:p>
          <a:endParaRPr lang="en-US"/>
        </a:p>
      </dgm:t>
    </dgm:pt>
    <dgm:pt modelId="{6EC0DCCA-2662-4A4F-B263-D20D6C04F81D}" type="pres">
      <dgm:prSet presAssocID="{EA39D66D-F0A8-47F9-BF5A-90D3D3E370FE}" presName="matrix" presStyleCnt="0">
        <dgm:presLayoutVars>
          <dgm:chMax val="1"/>
          <dgm:dir/>
          <dgm:resizeHandles val="exact"/>
        </dgm:presLayoutVars>
      </dgm:prSet>
      <dgm:spPr/>
    </dgm:pt>
    <dgm:pt modelId="{62C84E03-80E9-48E9-8301-22C99C7DA588}" type="pres">
      <dgm:prSet presAssocID="{EA39D66D-F0A8-47F9-BF5A-90D3D3E370FE}" presName="diamond" presStyleLbl="bgShp" presStyleIdx="0" presStyleCnt="1"/>
      <dgm:spPr/>
    </dgm:pt>
    <dgm:pt modelId="{668115FE-C3E5-465A-A8D3-666F69A6AFA8}" type="pres">
      <dgm:prSet presAssocID="{EA39D66D-F0A8-47F9-BF5A-90D3D3E370F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CA3232-26D7-452C-A3D6-2F41D4F03E6A}" type="pres">
      <dgm:prSet presAssocID="{EA39D66D-F0A8-47F9-BF5A-90D3D3E370F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1DBBC1-B75A-4BE2-B24D-0FB2736B04CA}" type="pres">
      <dgm:prSet presAssocID="{EA39D66D-F0A8-47F9-BF5A-90D3D3E370F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4D36B4E-6AE7-4B0C-BDD9-20B147C86AF4}" type="pres">
      <dgm:prSet presAssocID="{EA39D66D-F0A8-47F9-BF5A-90D3D3E370F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3B1491B-397E-4AE0-88B0-FD7538DAA1A2}" type="presOf" srcId="{DCEDB075-6397-48BE-9F57-45159F0A85AB}" destId="{668115FE-C3E5-465A-A8D3-666F69A6AFA8}" srcOrd="0" destOrd="0" presId="urn:microsoft.com/office/officeart/2005/8/layout/matrix3"/>
    <dgm:cxn modelId="{31AC2E1F-7C27-4F3B-BBD9-7DAB28758F18}" srcId="{EA39D66D-F0A8-47F9-BF5A-90D3D3E370FE}" destId="{F9029810-7E51-4FF6-A419-AD0CA885A128}" srcOrd="2" destOrd="0" parTransId="{D8BF235B-7C9C-4E23-ACDF-40099CD10537}" sibTransId="{1BE50220-1ED4-47AE-A731-9C24E4126940}"/>
    <dgm:cxn modelId="{0382552E-CEEB-44A4-89FF-F85533C59501}" srcId="{EA39D66D-F0A8-47F9-BF5A-90D3D3E370FE}" destId="{F2A83398-E948-4448-B36B-3FDA3B69003D}" srcOrd="3" destOrd="0" parTransId="{19E41EF9-746B-4AD1-A130-AFDE20F49E2C}" sibTransId="{C24727CE-2E37-4C0E-BB61-3A3CFAACE954}"/>
    <dgm:cxn modelId="{FEE31769-D016-4A33-B894-CE8206B9D1C0}" srcId="{EA39D66D-F0A8-47F9-BF5A-90D3D3E370FE}" destId="{DCEDB075-6397-48BE-9F57-45159F0A85AB}" srcOrd="0" destOrd="0" parTransId="{E91EE837-5D1D-4292-BB7F-017AE4913A8C}" sibTransId="{9E3B7959-07F2-4AE8-8D52-5D0BDB5C14B8}"/>
    <dgm:cxn modelId="{3DBB176D-7806-4C6D-9208-9082CFB40796}" type="presOf" srcId="{F2A83398-E948-4448-B36B-3FDA3B69003D}" destId="{24D36B4E-6AE7-4B0C-BDD9-20B147C86AF4}" srcOrd="0" destOrd="0" presId="urn:microsoft.com/office/officeart/2005/8/layout/matrix3"/>
    <dgm:cxn modelId="{FF146C77-595E-4EA3-9320-D5FD532D4567}" srcId="{EA39D66D-F0A8-47F9-BF5A-90D3D3E370FE}" destId="{2F7D55E0-6206-4C31-BE61-07103E94EA1E}" srcOrd="1" destOrd="0" parTransId="{2764CA2D-A360-41EE-ADBA-FF40FA45C840}" sibTransId="{B56631D2-BAFB-458B-85F2-FF953DC506FE}"/>
    <dgm:cxn modelId="{DDB9CE89-E8E2-4A82-A50C-F00ECE3D1C47}" type="presOf" srcId="{F9029810-7E51-4FF6-A419-AD0CA885A128}" destId="{201DBBC1-B75A-4BE2-B24D-0FB2736B04CA}" srcOrd="0" destOrd="0" presId="urn:microsoft.com/office/officeart/2005/8/layout/matrix3"/>
    <dgm:cxn modelId="{0266C4AD-546E-4A2E-BF8B-C319C65B013E}" type="presOf" srcId="{EA39D66D-F0A8-47F9-BF5A-90D3D3E370FE}" destId="{6EC0DCCA-2662-4A4F-B263-D20D6C04F81D}" srcOrd="0" destOrd="0" presId="urn:microsoft.com/office/officeart/2005/8/layout/matrix3"/>
    <dgm:cxn modelId="{4E6854EB-443E-4F3E-B89E-3CA9D119ED3C}" type="presOf" srcId="{2F7D55E0-6206-4C31-BE61-07103E94EA1E}" destId="{36CA3232-26D7-452C-A3D6-2F41D4F03E6A}" srcOrd="0" destOrd="0" presId="urn:microsoft.com/office/officeart/2005/8/layout/matrix3"/>
    <dgm:cxn modelId="{F659E366-D214-4BC4-AE37-0B0C767C0E20}" type="presParOf" srcId="{6EC0DCCA-2662-4A4F-B263-D20D6C04F81D}" destId="{62C84E03-80E9-48E9-8301-22C99C7DA588}" srcOrd="0" destOrd="0" presId="urn:microsoft.com/office/officeart/2005/8/layout/matrix3"/>
    <dgm:cxn modelId="{E8B1487D-8F05-4D15-ABA4-CEE940E2B656}" type="presParOf" srcId="{6EC0DCCA-2662-4A4F-B263-D20D6C04F81D}" destId="{668115FE-C3E5-465A-A8D3-666F69A6AFA8}" srcOrd="1" destOrd="0" presId="urn:microsoft.com/office/officeart/2005/8/layout/matrix3"/>
    <dgm:cxn modelId="{5F5C71E1-2E2A-44FD-8DFD-B92EFBA40973}" type="presParOf" srcId="{6EC0DCCA-2662-4A4F-B263-D20D6C04F81D}" destId="{36CA3232-26D7-452C-A3D6-2F41D4F03E6A}" srcOrd="2" destOrd="0" presId="urn:microsoft.com/office/officeart/2005/8/layout/matrix3"/>
    <dgm:cxn modelId="{3493733A-CA73-4A06-8DFF-7F1A335FB87F}" type="presParOf" srcId="{6EC0DCCA-2662-4A4F-B263-D20D6C04F81D}" destId="{201DBBC1-B75A-4BE2-B24D-0FB2736B04CA}" srcOrd="3" destOrd="0" presId="urn:microsoft.com/office/officeart/2005/8/layout/matrix3"/>
    <dgm:cxn modelId="{9AB59E33-48BE-4885-91B9-4C3DEB36D4F6}" type="presParOf" srcId="{6EC0DCCA-2662-4A4F-B263-D20D6C04F81D}" destId="{24D36B4E-6AE7-4B0C-BDD9-20B147C86AF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EEEE48-F2FA-4EB7-A13D-43C6EB55296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EFF914D-6CFE-4584-B1DA-A0BA7D49D0DF}">
      <dgm:prSet/>
      <dgm:spPr/>
      <dgm:t>
        <a:bodyPr/>
        <a:lstStyle/>
        <a:p>
          <a:r>
            <a:rPr lang="en-US" b="0" i="0" baseline="0"/>
            <a:t>Stored in: </a:t>
          </a:r>
          <a:endParaRPr lang="en-US"/>
        </a:p>
      </dgm:t>
    </dgm:pt>
    <dgm:pt modelId="{E0C9EE7D-4A4E-4589-80B5-5D56320B7F54}" type="parTrans" cxnId="{5D18B692-5E31-41ED-BFE0-9C54B4803888}">
      <dgm:prSet/>
      <dgm:spPr/>
      <dgm:t>
        <a:bodyPr/>
        <a:lstStyle/>
        <a:p>
          <a:endParaRPr lang="en-US"/>
        </a:p>
      </dgm:t>
    </dgm:pt>
    <dgm:pt modelId="{1F4C9B70-9B22-4D41-B83F-3D9B04CEA021}" type="sibTrans" cxnId="{5D18B692-5E31-41ED-BFE0-9C54B4803888}">
      <dgm:prSet/>
      <dgm:spPr/>
      <dgm:t>
        <a:bodyPr/>
        <a:lstStyle/>
        <a:p>
          <a:endParaRPr lang="en-US"/>
        </a:p>
      </dgm:t>
    </dgm:pt>
    <dgm:pt modelId="{74838D94-83FB-4042-8429-B987C703A53D}">
      <dgm:prSet/>
      <dgm:spPr/>
      <dgm:t>
        <a:bodyPr/>
        <a:lstStyle/>
        <a:p>
          <a:r>
            <a:rPr lang="en-US" b="0" i="0" baseline="0"/>
            <a:t>CSV (aqi_data.csv) </a:t>
          </a:r>
          <a:endParaRPr lang="en-US"/>
        </a:p>
      </dgm:t>
    </dgm:pt>
    <dgm:pt modelId="{4D46E5DD-45B1-47D9-A03E-6AF2B4C79594}" type="parTrans" cxnId="{9559A0D9-2486-4215-B4AF-A82C7C81B72A}">
      <dgm:prSet/>
      <dgm:spPr/>
      <dgm:t>
        <a:bodyPr/>
        <a:lstStyle/>
        <a:p>
          <a:endParaRPr lang="en-US"/>
        </a:p>
      </dgm:t>
    </dgm:pt>
    <dgm:pt modelId="{FF82ABA2-C9E5-43FF-A858-D1BFDAB10B05}" type="sibTrans" cxnId="{9559A0D9-2486-4215-B4AF-A82C7C81B72A}">
      <dgm:prSet/>
      <dgm:spPr/>
      <dgm:t>
        <a:bodyPr/>
        <a:lstStyle/>
        <a:p>
          <a:endParaRPr lang="en-US"/>
        </a:p>
      </dgm:t>
    </dgm:pt>
    <dgm:pt modelId="{A4E431E1-0CD0-45DD-9F9A-B96438836724}">
      <dgm:prSet/>
      <dgm:spPr/>
      <dgm:t>
        <a:bodyPr/>
        <a:lstStyle/>
        <a:p>
          <a:r>
            <a:rPr lang="en-US" b="0" i="0" baseline="0"/>
            <a:t>MySQL database </a:t>
          </a:r>
          <a:endParaRPr lang="en-US"/>
        </a:p>
      </dgm:t>
    </dgm:pt>
    <dgm:pt modelId="{601FBC0A-A9EA-435E-85D7-DDF5FE1D6190}" type="parTrans" cxnId="{616A521C-6A0F-4C83-A5CD-AD474807AE47}">
      <dgm:prSet/>
      <dgm:spPr/>
      <dgm:t>
        <a:bodyPr/>
        <a:lstStyle/>
        <a:p>
          <a:endParaRPr lang="en-US"/>
        </a:p>
      </dgm:t>
    </dgm:pt>
    <dgm:pt modelId="{401735D6-72BB-4D21-94B4-62608EE208E5}" type="sibTrans" cxnId="{616A521C-6A0F-4C83-A5CD-AD474807AE47}">
      <dgm:prSet/>
      <dgm:spPr/>
      <dgm:t>
        <a:bodyPr/>
        <a:lstStyle/>
        <a:p>
          <a:endParaRPr lang="en-US"/>
        </a:p>
      </dgm:t>
    </dgm:pt>
    <dgm:pt modelId="{DD9ADF30-7029-43B9-B04F-BD070533A2B8}">
      <dgm:prSet/>
      <dgm:spPr/>
      <dgm:t>
        <a:bodyPr/>
        <a:lstStyle/>
        <a:p>
          <a:r>
            <a:rPr lang="en-US" b="0" i="0" baseline="0"/>
            <a:t>Ensures structured and reusable data </a:t>
          </a:r>
          <a:endParaRPr lang="en-US"/>
        </a:p>
      </dgm:t>
    </dgm:pt>
    <dgm:pt modelId="{680DF7DA-AE19-4124-BB68-4DF38862497C}" type="parTrans" cxnId="{5320F4B7-2E92-4226-8304-2483256A7ACD}">
      <dgm:prSet/>
      <dgm:spPr/>
      <dgm:t>
        <a:bodyPr/>
        <a:lstStyle/>
        <a:p>
          <a:endParaRPr lang="en-US"/>
        </a:p>
      </dgm:t>
    </dgm:pt>
    <dgm:pt modelId="{2D50D139-D481-4771-9BBB-8BF1F156DBE0}" type="sibTrans" cxnId="{5320F4B7-2E92-4226-8304-2483256A7ACD}">
      <dgm:prSet/>
      <dgm:spPr/>
      <dgm:t>
        <a:bodyPr/>
        <a:lstStyle/>
        <a:p>
          <a:endParaRPr lang="en-US"/>
        </a:p>
      </dgm:t>
    </dgm:pt>
    <dgm:pt modelId="{E0C3D4D5-3FB2-420B-93CD-792528143373}" type="pres">
      <dgm:prSet presAssocID="{F7EEEE48-F2FA-4EB7-A13D-43C6EB552962}" presName="root" presStyleCnt="0">
        <dgm:presLayoutVars>
          <dgm:dir/>
          <dgm:resizeHandles val="exact"/>
        </dgm:presLayoutVars>
      </dgm:prSet>
      <dgm:spPr/>
    </dgm:pt>
    <dgm:pt modelId="{7E39AF8B-6A30-42CE-8FA1-43B31EF4CC4F}" type="pres">
      <dgm:prSet presAssocID="{5EFF914D-6CFE-4584-B1DA-A0BA7D49D0DF}" presName="compNode" presStyleCnt="0"/>
      <dgm:spPr/>
    </dgm:pt>
    <dgm:pt modelId="{78C4C70B-3558-4183-B593-2E0002559D4C}" type="pres">
      <dgm:prSet presAssocID="{5EFF914D-6CFE-4584-B1DA-A0BA7D49D0D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E9147076-502E-41F4-82A6-92D9445991AD}" type="pres">
      <dgm:prSet presAssocID="{5EFF914D-6CFE-4584-B1DA-A0BA7D49D0DF}" presName="spaceRect" presStyleCnt="0"/>
      <dgm:spPr/>
    </dgm:pt>
    <dgm:pt modelId="{3A1EEA24-AE2E-4A5C-A85F-8242F732AAF4}" type="pres">
      <dgm:prSet presAssocID="{5EFF914D-6CFE-4584-B1DA-A0BA7D49D0DF}" presName="textRect" presStyleLbl="revTx" presStyleIdx="0" presStyleCnt="4">
        <dgm:presLayoutVars>
          <dgm:chMax val="1"/>
          <dgm:chPref val="1"/>
        </dgm:presLayoutVars>
      </dgm:prSet>
      <dgm:spPr/>
    </dgm:pt>
    <dgm:pt modelId="{6B981B95-C27F-441D-B789-B92A2F17A8D1}" type="pres">
      <dgm:prSet presAssocID="{1F4C9B70-9B22-4D41-B83F-3D9B04CEA021}" presName="sibTrans" presStyleCnt="0"/>
      <dgm:spPr/>
    </dgm:pt>
    <dgm:pt modelId="{1F30DCFB-1DEF-4BB8-895B-413F4355A9AB}" type="pres">
      <dgm:prSet presAssocID="{74838D94-83FB-4042-8429-B987C703A53D}" presName="compNode" presStyleCnt="0"/>
      <dgm:spPr/>
    </dgm:pt>
    <dgm:pt modelId="{98F0C6F0-3ACD-4D45-B2DA-9742DFE71618}" type="pres">
      <dgm:prSet presAssocID="{74838D94-83FB-4042-8429-B987C703A53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3F97A8E-EC1C-42B8-A309-287CA5A45D8E}" type="pres">
      <dgm:prSet presAssocID="{74838D94-83FB-4042-8429-B987C703A53D}" presName="spaceRect" presStyleCnt="0"/>
      <dgm:spPr/>
    </dgm:pt>
    <dgm:pt modelId="{377EBEFB-C1C1-4DB0-BFD0-040D4F2B4BED}" type="pres">
      <dgm:prSet presAssocID="{74838D94-83FB-4042-8429-B987C703A53D}" presName="textRect" presStyleLbl="revTx" presStyleIdx="1" presStyleCnt="4">
        <dgm:presLayoutVars>
          <dgm:chMax val="1"/>
          <dgm:chPref val="1"/>
        </dgm:presLayoutVars>
      </dgm:prSet>
      <dgm:spPr/>
    </dgm:pt>
    <dgm:pt modelId="{38196290-AAAE-4B0B-A2AF-4C08B4DE4753}" type="pres">
      <dgm:prSet presAssocID="{FF82ABA2-C9E5-43FF-A858-D1BFDAB10B05}" presName="sibTrans" presStyleCnt="0"/>
      <dgm:spPr/>
    </dgm:pt>
    <dgm:pt modelId="{3420D430-57B2-423B-AADB-A90FF9E16865}" type="pres">
      <dgm:prSet presAssocID="{A4E431E1-0CD0-45DD-9F9A-B96438836724}" presName="compNode" presStyleCnt="0"/>
      <dgm:spPr/>
    </dgm:pt>
    <dgm:pt modelId="{3BB7D505-E8FA-4E58-A03F-EFACBD539DEA}" type="pres">
      <dgm:prSet presAssocID="{A4E431E1-0CD0-45DD-9F9A-B9643883672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6E5AAC-7E0D-4B83-A1CF-1DD90B7AEF8F}" type="pres">
      <dgm:prSet presAssocID="{A4E431E1-0CD0-45DD-9F9A-B96438836724}" presName="spaceRect" presStyleCnt="0"/>
      <dgm:spPr/>
    </dgm:pt>
    <dgm:pt modelId="{28CBFC15-2E4C-4A38-B2E6-CD52D1BFB803}" type="pres">
      <dgm:prSet presAssocID="{A4E431E1-0CD0-45DD-9F9A-B96438836724}" presName="textRect" presStyleLbl="revTx" presStyleIdx="2" presStyleCnt="4">
        <dgm:presLayoutVars>
          <dgm:chMax val="1"/>
          <dgm:chPref val="1"/>
        </dgm:presLayoutVars>
      </dgm:prSet>
      <dgm:spPr/>
    </dgm:pt>
    <dgm:pt modelId="{97C17215-AAD7-43BB-AD7C-360D35EE94CF}" type="pres">
      <dgm:prSet presAssocID="{401735D6-72BB-4D21-94B4-62608EE208E5}" presName="sibTrans" presStyleCnt="0"/>
      <dgm:spPr/>
    </dgm:pt>
    <dgm:pt modelId="{E826EB82-ED3D-44E4-838F-72836AF6163B}" type="pres">
      <dgm:prSet presAssocID="{DD9ADF30-7029-43B9-B04F-BD070533A2B8}" presName="compNode" presStyleCnt="0"/>
      <dgm:spPr/>
    </dgm:pt>
    <dgm:pt modelId="{C687245B-078A-440F-8853-F46F17D2A39E}" type="pres">
      <dgm:prSet presAssocID="{DD9ADF30-7029-43B9-B04F-BD070533A2B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6B4CDC4-FC89-4FA3-B6CE-0A415F1E22C9}" type="pres">
      <dgm:prSet presAssocID="{DD9ADF30-7029-43B9-B04F-BD070533A2B8}" presName="spaceRect" presStyleCnt="0"/>
      <dgm:spPr/>
    </dgm:pt>
    <dgm:pt modelId="{06043E8C-6526-4D61-8426-DCB1AC852F3F}" type="pres">
      <dgm:prSet presAssocID="{DD9ADF30-7029-43B9-B04F-BD070533A2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6A521C-6A0F-4C83-A5CD-AD474807AE47}" srcId="{F7EEEE48-F2FA-4EB7-A13D-43C6EB552962}" destId="{A4E431E1-0CD0-45DD-9F9A-B96438836724}" srcOrd="2" destOrd="0" parTransId="{601FBC0A-A9EA-435E-85D7-DDF5FE1D6190}" sibTransId="{401735D6-72BB-4D21-94B4-62608EE208E5}"/>
    <dgm:cxn modelId="{8B610343-BEB7-4E61-920D-6F1AA38ECDAF}" type="presOf" srcId="{A4E431E1-0CD0-45DD-9F9A-B96438836724}" destId="{28CBFC15-2E4C-4A38-B2E6-CD52D1BFB803}" srcOrd="0" destOrd="0" presId="urn:microsoft.com/office/officeart/2018/2/layout/IconLabelList"/>
    <dgm:cxn modelId="{F4D65969-2791-4676-952E-25D39B5DA178}" type="presOf" srcId="{DD9ADF30-7029-43B9-B04F-BD070533A2B8}" destId="{06043E8C-6526-4D61-8426-DCB1AC852F3F}" srcOrd="0" destOrd="0" presId="urn:microsoft.com/office/officeart/2018/2/layout/IconLabelList"/>
    <dgm:cxn modelId="{05C56A84-C638-4562-AC7E-AAECC667552C}" type="presOf" srcId="{74838D94-83FB-4042-8429-B987C703A53D}" destId="{377EBEFB-C1C1-4DB0-BFD0-040D4F2B4BED}" srcOrd="0" destOrd="0" presId="urn:microsoft.com/office/officeart/2018/2/layout/IconLabelList"/>
    <dgm:cxn modelId="{5D18B692-5E31-41ED-BFE0-9C54B4803888}" srcId="{F7EEEE48-F2FA-4EB7-A13D-43C6EB552962}" destId="{5EFF914D-6CFE-4584-B1DA-A0BA7D49D0DF}" srcOrd="0" destOrd="0" parTransId="{E0C9EE7D-4A4E-4589-80B5-5D56320B7F54}" sibTransId="{1F4C9B70-9B22-4D41-B83F-3D9B04CEA021}"/>
    <dgm:cxn modelId="{9EE544AB-0F56-42EC-89F4-2647695F10E8}" type="presOf" srcId="{F7EEEE48-F2FA-4EB7-A13D-43C6EB552962}" destId="{E0C3D4D5-3FB2-420B-93CD-792528143373}" srcOrd="0" destOrd="0" presId="urn:microsoft.com/office/officeart/2018/2/layout/IconLabelList"/>
    <dgm:cxn modelId="{5320F4B7-2E92-4226-8304-2483256A7ACD}" srcId="{F7EEEE48-F2FA-4EB7-A13D-43C6EB552962}" destId="{DD9ADF30-7029-43B9-B04F-BD070533A2B8}" srcOrd="3" destOrd="0" parTransId="{680DF7DA-AE19-4124-BB68-4DF38862497C}" sibTransId="{2D50D139-D481-4771-9BBB-8BF1F156DBE0}"/>
    <dgm:cxn modelId="{9559A0D9-2486-4215-B4AF-A82C7C81B72A}" srcId="{F7EEEE48-F2FA-4EB7-A13D-43C6EB552962}" destId="{74838D94-83FB-4042-8429-B987C703A53D}" srcOrd="1" destOrd="0" parTransId="{4D46E5DD-45B1-47D9-A03E-6AF2B4C79594}" sibTransId="{FF82ABA2-C9E5-43FF-A858-D1BFDAB10B05}"/>
    <dgm:cxn modelId="{70BA3AF8-7463-42F6-8111-64BE0A8E0EC2}" type="presOf" srcId="{5EFF914D-6CFE-4584-B1DA-A0BA7D49D0DF}" destId="{3A1EEA24-AE2E-4A5C-A85F-8242F732AAF4}" srcOrd="0" destOrd="0" presId="urn:microsoft.com/office/officeart/2018/2/layout/IconLabelList"/>
    <dgm:cxn modelId="{63BAFADA-D099-45FE-B66C-153D74E5B740}" type="presParOf" srcId="{E0C3D4D5-3FB2-420B-93CD-792528143373}" destId="{7E39AF8B-6A30-42CE-8FA1-43B31EF4CC4F}" srcOrd="0" destOrd="0" presId="urn:microsoft.com/office/officeart/2018/2/layout/IconLabelList"/>
    <dgm:cxn modelId="{B3C6A9A9-75CC-4199-8565-709A24EA54C4}" type="presParOf" srcId="{7E39AF8B-6A30-42CE-8FA1-43B31EF4CC4F}" destId="{78C4C70B-3558-4183-B593-2E0002559D4C}" srcOrd="0" destOrd="0" presId="urn:microsoft.com/office/officeart/2018/2/layout/IconLabelList"/>
    <dgm:cxn modelId="{CCAB360A-2395-4BFF-A251-D75ECB927FC8}" type="presParOf" srcId="{7E39AF8B-6A30-42CE-8FA1-43B31EF4CC4F}" destId="{E9147076-502E-41F4-82A6-92D9445991AD}" srcOrd="1" destOrd="0" presId="urn:microsoft.com/office/officeart/2018/2/layout/IconLabelList"/>
    <dgm:cxn modelId="{328DEDB8-DBE2-47DA-9F9F-E96EBA8BBD9F}" type="presParOf" srcId="{7E39AF8B-6A30-42CE-8FA1-43B31EF4CC4F}" destId="{3A1EEA24-AE2E-4A5C-A85F-8242F732AAF4}" srcOrd="2" destOrd="0" presId="urn:microsoft.com/office/officeart/2018/2/layout/IconLabelList"/>
    <dgm:cxn modelId="{B6A64149-D95C-467D-90A1-33FD817DE16A}" type="presParOf" srcId="{E0C3D4D5-3FB2-420B-93CD-792528143373}" destId="{6B981B95-C27F-441D-B789-B92A2F17A8D1}" srcOrd="1" destOrd="0" presId="urn:microsoft.com/office/officeart/2018/2/layout/IconLabelList"/>
    <dgm:cxn modelId="{C7FE4EBE-C7DD-4EA1-B581-C6719E6745FE}" type="presParOf" srcId="{E0C3D4D5-3FB2-420B-93CD-792528143373}" destId="{1F30DCFB-1DEF-4BB8-895B-413F4355A9AB}" srcOrd="2" destOrd="0" presId="urn:microsoft.com/office/officeart/2018/2/layout/IconLabelList"/>
    <dgm:cxn modelId="{97F89EC2-CF4E-49AA-A7A9-8477F3F174DB}" type="presParOf" srcId="{1F30DCFB-1DEF-4BB8-895B-413F4355A9AB}" destId="{98F0C6F0-3ACD-4D45-B2DA-9742DFE71618}" srcOrd="0" destOrd="0" presId="urn:microsoft.com/office/officeart/2018/2/layout/IconLabelList"/>
    <dgm:cxn modelId="{7AA5C5F1-5418-402A-B042-34CFCFA2E0C7}" type="presParOf" srcId="{1F30DCFB-1DEF-4BB8-895B-413F4355A9AB}" destId="{83F97A8E-EC1C-42B8-A309-287CA5A45D8E}" srcOrd="1" destOrd="0" presId="urn:microsoft.com/office/officeart/2018/2/layout/IconLabelList"/>
    <dgm:cxn modelId="{B988D978-6D99-4469-B824-8BDF97EB4CDB}" type="presParOf" srcId="{1F30DCFB-1DEF-4BB8-895B-413F4355A9AB}" destId="{377EBEFB-C1C1-4DB0-BFD0-040D4F2B4BED}" srcOrd="2" destOrd="0" presId="urn:microsoft.com/office/officeart/2018/2/layout/IconLabelList"/>
    <dgm:cxn modelId="{988DAC24-B5A1-43B1-B725-52FB41649BD1}" type="presParOf" srcId="{E0C3D4D5-3FB2-420B-93CD-792528143373}" destId="{38196290-AAAE-4B0B-A2AF-4C08B4DE4753}" srcOrd="3" destOrd="0" presId="urn:microsoft.com/office/officeart/2018/2/layout/IconLabelList"/>
    <dgm:cxn modelId="{3E717F5B-6FC3-42B2-AA1E-BBABE0751053}" type="presParOf" srcId="{E0C3D4D5-3FB2-420B-93CD-792528143373}" destId="{3420D430-57B2-423B-AADB-A90FF9E16865}" srcOrd="4" destOrd="0" presId="urn:microsoft.com/office/officeart/2018/2/layout/IconLabelList"/>
    <dgm:cxn modelId="{839CEADB-1079-4A27-A4E7-F204204CC929}" type="presParOf" srcId="{3420D430-57B2-423B-AADB-A90FF9E16865}" destId="{3BB7D505-E8FA-4E58-A03F-EFACBD539DEA}" srcOrd="0" destOrd="0" presId="urn:microsoft.com/office/officeart/2018/2/layout/IconLabelList"/>
    <dgm:cxn modelId="{72A69589-8796-4D0A-872C-7E19B4DB2F2F}" type="presParOf" srcId="{3420D430-57B2-423B-AADB-A90FF9E16865}" destId="{066E5AAC-7E0D-4B83-A1CF-1DD90B7AEF8F}" srcOrd="1" destOrd="0" presId="urn:microsoft.com/office/officeart/2018/2/layout/IconLabelList"/>
    <dgm:cxn modelId="{6E9809E8-DDE0-4CC5-B7FF-17D21211AA90}" type="presParOf" srcId="{3420D430-57B2-423B-AADB-A90FF9E16865}" destId="{28CBFC15-2E4C-4A38-B2E6-CD52D1BFB803}" srcOrd="2" destOrd="0" presId="urn:microsoft.com/office/officeart/2018/2/layout/IconLabelList"/>
    <dgm:cxn modelId="{B2E05ED9-7D7A-4626-A853-63DE9CF25211}" type="presParOf" srcId="{E0C3D4D5-3FB2-420B-93CD-792528143373}" destId="{97C17215-AAD7-43BB-AD7C-360D35EE94CF}" srcOrd="5" destOrd="0" presId="urn:microsoft.com/office/officeart/2018/2/layout/IconLabelList"/>
    <dgm:cxn modelId="{85957208-2887-4004-9896-B4F11DAC24B6}" type="presParOf" srcId="{E0C3D4D5-3FB2-420B-93CD-792528143373}" destId="{E826EB82-ED3D-44E4-838F-72836AF6163B}" srcOrd="6" destOrd="0" presId="urn:microsoft.com/office/officeart/2018/2/layout/IconLabelList"/>
    <dgm:cxn modelId="{3CEBCD56-9DCA-4178-ADE4-F72A7D49E8E2}" type="presParOf" srcId="{E826EB82-ED3D-44E4-838F-72836AF6163B}" destId="{C687245B-078A-440F-8853-F46F17D2A39E}" srcOrd="0" destOrd="0" presId="urn:microsoft.com/office/officeart/2018/2/layout/IconLabelList"/>
    <dgm:cxn modelId="{0CBF77EA-0F6C-4F1A-8B9A-34E61742148D}" type="presParOf" srcId="{E826EB82-ED3D-44E4-838F-72836AF6163B}" destId="{B6B4CDC4-FC89-4FA3-B6CE-0A415F1E22C9}" srcOrd="1" destOrd="0" presId="urn:microsoft.com/office/officeart/2018/2/layout/IconLabelList"/>
    <dgm:cxn modelId="{2099824F-3860-4A6F-9BE6-88D8221C5D1F}" type="presParOf" srcId="{E826EB82-ED3D-44E4-838F-72836AF6163B}" destId="{06043E8C-6526-4D61-8426-DCB1AC852F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20791C-D0C6-43CD-883B-71D82BEE12F7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D8C60F-D809-44DF-BC54-79FCFC939A48}">
      <dgm:prSet/>
      <dgm:spPr/>
      <dgm:t>
        <a:bodyPr/>
        <a:lstStyle/>
        <a:p>
          <a:r>
            <a:rPr lang="en-US" b="0" i="0" baseline="0"/>
            <a:t>Used MySQL to store data </a:t>
          </a:r>
          <a:endParaRPr lang="en-US"/>
        </a:p>
      </dgm:t>
    </dgm:pt>
    <dgm:pt modelId="{DAAEEA57-1A02-404C-86C1-E2E5E6EDA684}" type="parTrans" cxnId="{682318EA-F6B1-42F5-B2EA-AE1B9DE87CE1}">
      <dgm:prSet/>
      <dgm:spPr/>
      <dgm:t>
        <a:bodyPr/>
        <a:lstStyle/>
        <a:p>
          <a:endParaRPr lang="en-US"/>
        </a:p>
      </dgm:t>
    </dgm:pt>
    <dgm:pt modelId="{0C304243-E924-4F38-9903-2743FA32D3C9}" type="sibTrans" cxnId="{682318EA-F6B1-42F5-B2EA-AE1B9DE87CE1}">
      <dgm:prSet/>
      <dgm:spPr/>
      <dgm:t>
        <a:bodyPr/>
        <a:lstStyle/>
        <a:p>
          <a:endParaRPr lang="en-US"/>
        </a:p>
      </dgm:t>
    </dgm:pt>
    <dgm:pt modelId="{44C2DAA1-3FC6-40B4-A126-50CD77B94DE1}">
      <dgm:prSet/>
      <dgm:spPr/>
      <dgm:t>
        <a:bodyPr/>
        <a:lstStyle/>
        <a:p>
          <a:r>
            <a:rPr lang="en-US" b="0" i="0" baseline="0"/>
            <a:t>Data saved automatically after scraping </a:t>
          </a:r>
          <a:endParaRPr lang="en-US"/>
        </a:p>
      </dgm:t>
    </dgm:pt>
    <dgm:pt modelId="{12029E20-7E4E-4D56-A1A2-2D35A3CB618A}" type="parTrans" cxnId="{1AD5531F-B928-4123-9D02-53993AC1A2B5}">
      <dgm:prSet/>
      <dgm:spPr/>
      <dgm:t>
        <a:bodyPr/>
        <a:lstStyle/>
        <a:p>
          <a:endParaRPr lang="en-US"/>
        </a:p>
      </dgm:t>
    </dgm:pt>
    <dgm:pt modelId="{BAE2AD6D-5BFC-44E8-9435-263C7BB16DDE}" type="sibTrans" cxnId="{1AD5531F-B928-4123-9D02-53993AC1A2B5}">
      <dgm:prSet/>
      <dgm:spPr/>
      <dgm:t>
        <a:bodyPr/>
        <a:lstStyle/>
        <a:p>
          <a:endParaRPr lang="en-US"/>
        </a:p>
      </dgm:t>
    </dgm:pt>
    <dgm:pt modelId="{E3248F45-8673-4EEF-BA1B-F42432ABFA67}">
      <dgm:prSet/>
      <dgm:spPr/>
      <dgm:t>
        <a:bodyPr/>
        <a:lstStyle/>
        <a:p>
          <a:r>
            <a:rPr lang="en-US" b="0" i="0" baseline="0"/>
            <a:t>Data stored in structured format </a:t>
          </a:r>
          <a:endParaRPr lang="en-US"/>
        </a:p>
      </dgm:t>
    </dgm:pt>
    <dgm:pt modelId="{4D79941B-80F5-4ED6-8AEE-8E4F23797309}" type="parTrans" cxnId="{3DC31CD6-737F-4FF2-9231-FAABC27D7698}">
      <dgm:prSet/>
      <dgm:spPr/>
      <dgm:t>
        <a:bodyPr/>
        <a:lstStyle/>
        <a:p>
          <a:endParaRPr lang="en-US"/>
        </a:p>
      </dgm:t>
    </dgm:pt>
    <dgm:pt modelId="{B01D0094-DE9F-4264-B3A5-89BAD4C39052}" type="sibTrans" cxnId="{3DC31CD6-737F-4FF2-9231-FAABC27D7698}">
      <dgm:prSet/>
      <dgm:spPr/>
      <dgm:t>
        <a:bodyPr/>
        <a:lstStyle/>
        <a:p>
          <a:endParaRPr lang="en-US"/>
        </a:p>
      </dgm:t>
    </dgm:pt>
    <dgm:pt modelId="{CFE363C2-ACBF-44F1-A2DF-666E82992374}">
      <dgm:prSet/>
      <dgm:spPr/>
      <dgm:t>
        <a:bodyPr/>
        <a:lstStyle/>
        <a:p>
          <a:r>
            <a:rPr lang="en-US" b="0" i="0" baseline="0"/>
            <a:t>Helps in easy analysis and querying </a:t>
          </a:r>
          <a:endParaRPr lang="en-US"/>
        </a:p>
      </dgm:t>
    </dgm:pt>
    <dgm:pt modelId="{23F3ACD8-1D24-41FE-80DA-2DF514C89ACF}" type="parTrans" cxnId="{70DF9E6F-3559-4B21-A6C2-C91A1A0B1A6A}">
      <dgm:prSet/>
      <dgm:spPr/>
      <dgm:t>
        <a:bodyPr/>
        <a:lstStyle/>
        <a:p>
          <a:endParaRPr lang="en-US"/>
        </a:p>
      </dgm:t>
    </dgm:pt>
    <dgm:pt modelId="{148C7CDE-B167-44CC-A484-152C6B05BA4F}" type="sibTrans" cxnId="{70DF9E6F-3559-4B21-A6C2-C91A1A0B1A6A}">
      <dgm:prSet/>
      <dgm:spPr/>
      <dgm:t>
        <a:bodyPr/>
        <a:lstStyle/>
        <a:p>
          <a:endParaRPr lang="en-US"/>
        </a:p>
      </dgm:t>
    </dgm:pt>
    <dgm:pt modelId="{9E9ABB00-5FCA-44BD-B9E7-D7C016CAB85D}" type="pres">
      <dgm:prSet presAssocID="{D520791C-D0C6-43CD-883B-71D82BEE12F7}" presName="linear" presStyleCnt="0">
        <dgm:presLayoutVars>
          <dgm:dir/>
          <dgm:animLvl val="lvl"/>
          <dgm:resizeHandles val="exact"/>
        </dgm:presLayoutVars>
      </dgm:prSet>
      <dgm:spPr/>
    </dgm:pt>
    <dgm:pt modelId="{4B82C706-4FA6-4A5C-86E0-53A706765A6D}" type="pres">
      <dgm:prSet presAssocID="{28D8C60F-D809-44DF-BC54-79FCFC939A48}" presName="parentLin" presStyleCnt="0"/>
      <dgm:spPr/>
    </dgm:pt>
    <dgm:pt modelId="{10BAF3D9-AA8E-4A22-B149-9D07AFED94C2}" type="pres">
      <dgm:prSet presAssocID="{28D8C60F-D809-44DF-BC54-79FCFC939A48}" presName="parentLeftMargin" presStyleLbl="node1" presStyleIdx="0" presStyleCnt="4"/>
      <dgm:spPr/>
    </dgm:pt>
    <dgm:pt modelId="{A2318FD0-0E7E-4DED-BCDD-B6CBC136A904}" type="pres">
      <dgm:prSet presAssocID="{28D8C60F-D809-44DF-BC54-79FCFC939A4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B3F0C9E-A4EF-4BDE-BC7B-DF9B2FECCD3F}" type="pres">
      <dgm:prSet presAssocID="{28D8C60F-D809-44DF-BC54-79FCFC939A48}" presName="negativeSpace" presStyleCnt="0"/>
      <dgm:spPr/>
    </dgm:pt>
    <dgm:pt modelId="{8B769829-1FBC-4314-BCCF-BBD573C26A02}" type="pres">
      <dgm:prSet presAssocID="{28D8C60F-D809-44DF-BC54-79FCFC939A48}" presName="childText" presStyleLbl="conFgAcc1" presStyleIdx="0" presStyleCnt="4">
        <dgm:presLayoutVars>
          <dgm:bulletEnabled val="1"/>
        </dgm:presLayoutVars>
      </dgm:prSet>
      <dgm:spPr/>
    </dgm:pt>
    <dgm:pt modelId="{FD341CD4-CB3B-4136-A834-13CB7D9F0D30}" type="pres">
      <dgm:prSet presAssocID="{0C304243-E924-4F38-9903-2743FA32D3C9}" presName="spaceBetweenRectangles" presStyleCnt="0"/>
      <dgm:spPr/>
    </dgm:pt>
    <dgm:pt modelId="{735D6EA7-CAFB-4D7C-9204-6122CB2F98EE}" type="pres">
      <dgm:prSet presAssocID="{44C2DAA1-3FC6-40B4-A126-50CD77B94DE1}" presName="parentLin" presStyleCnt="0"/>
      <dgm:spPr/>
    </dgm:pt>
    <dgm:pt modelId="{CD0F2D16-1D4B-45E1-B344-D935B8EF376A}" type="pres">
      <dgm:prSet presAssocID="{44C2DAA1-3FC6-40B4-A126-50CD77B94DE1}" presName="parentLeftMargin" presStyleLbl="node1" presStyleIdx="0" presStyleCnt="4"/>
      <dgm:spPr/>
    </dgm:pt>
    <dgm:pt modelId="{CE7E30D5-0EE1-403D-AEBE-7BF9F70084AE}" type="pres">
      <dgm:prSet presAssocID="{44C2DAA1-3FC6-40B4-A126-50CD77B94D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22F04B-4841-42ED-93F7-54FB8C8E6950}" type="pres">
      <dgm:prSet presAssocID="{44C2DAA1-3FC6-40B4-A126-50CD77B94DE1}" presName="negativeSpace" presStyleCnt="0"/>
      <dgm:spPr/>
    </dgm:pt>
    <dgm:pt modelId="{788824E6-E0CD-4BAF-A40C-FFC752DE9354}" type="pres">
      <dgm:prSet presAssocID="{44C2DAA1-3FC6-40B4-A126-50CD77B94DE1}" presName="childText" presStyleLbl="conFgAcc1" presStyleIdx="1" presStyleCnt="4">
        <dgm:presLayoutVars>
          <dgm:bulletEnabled val="1"/>
        </dgm:presLayoutVars>
      </dgm:prSet>
      <dgm:spPr/>
    </dgm:pt>
    <dgm:pt modelId="{F8895360-EC12-48ED-8549-6BB4A0B20BE3}" type="pres">
      <dgm:prSet presAssocID="{BAE2AD6D-5BFC-44E8-9435-263C7BB16DDE}" presName="spaceBetweenRectangles" presStyleCnt="0"/>
      <dgm:spPr/>
    </dgm:pt>
    <dgm:pt modelId="{E6C8581C-C2C8-47FA-8B5B-3A3D0C708EC9}" type="pres">
      <dgm:prSet presAssocID="{E3248F45-8673-4EEF-BA1B-F42432ABFA67}" presName="parentLin" presStyleCnt="0"/>
      <dgm:spPr/>
    </dgm:pt>
    <dgm:pt modelId="{573B5A4E-9D50-4212-9FF4-1B6DA5957A12}" type="pres">
      <dgm:prSet presAssocID="{E3248F45-8673-4EEF-BA1B-F42432ABFA67}" presName="parentLeftMargin" presStyleLbl="node1" presStyleIdx="1" presStyleCnt="4"/>
      <dgm:spPr/>
    </dgm:pt>
    <dgm:pt modelId="{0653F2C8-B7B4-4210-A174-D085911E92C5}" type="pres">
      <dgm:prSet presAssocID="{E3248F45-8673-4EEF-BA1B-F42432ABFA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DED8D8-8F26-4A46-B996-DDD6BB198796}" type="pres">
      <dgm:prSet presAssocID="{E3248F45-8673-4EEF-BA1B-F42432ABFA67}" presName="negativeSpace" presStyleCnt="0"/>
      <dgm:spPr/>
    </dgm:pt>
    <dgm:pt modelId="{BDC64B90-C7BC-4FC4-9D1E-8A736B6D4C0F}" type="pres">
      <dgm:prSet presAssocID="{E3248F45-8673-4EEF-BA1B-F42432ABFA67}" presName="childText" presStyleLbl="conFgAcc1" presStyleIdx="2" presStyleCnt="4">
        <dgm:presLayoutVars>
          <dgm:bulletEnabled val="1"/>
        </dgm:presLayoutVars>
      </dgm:prSet>
      <dgm:spPr/>
    </dgm:pt>
    <dgm:pt modelId="{C1E782B9-73BD-48C0-A80B-6EB70C9A35D5}" type="pres">
      <dgm:prSet presAssocID="{B01D0094-DE9F-4264-B3A5-89BAD4C39052}" presName="spaceBetweenRectangles" presStyleCnt="0"/>
      <dgm:spPr/>
    </dgm:pt>
    <dgm:pt modelId="{2BF76BDB-2120-42EF-9574-E7A35817EAB5}" type="pres">
      <dgm:prSet presAssocID="{CFE363C2-ACBF-44F1-A2DF-666E82992374}" presName="parentLin" presStyleCnt="0"/>
      <dgm:spPr/>
    </dgm:pt>
    <dgm:pt modelId="{B23F82FC-487E-4C23-9C0F-D1A84683EC2F}" type="pres">
      <dgm:prSet presAssocID="{CFE363C2-ACBF-44F1-A2DF-666E82992374}" presName="parentLeftMargin" presStyleLbl="node1" presStyleIdx="2" presStyleCnt="4"/>
      <dgm:spPr/>
    </dgm:pt>
    <dgm:pt modelId="{E75AE2A8-44A1-46BE-9B60-33E0CB71D691}" type="pres">
      <dgm:prSet presAssocID="{CFE363C2-ACBF-44F1-A2DF-666E8299237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9F40E88-1E82-4154-A6A1-DC416F740A0D}" type="pres">
      <dgm:prSet presAssocID="{CFE363C2-ACBF-44F1-A2DF-666E82992374}" presName="negativeSpace" presStyleCnt="0"/>
      <dgm:spPr/>
    </dgm:pt>
    <dgm:pt modelId="{274872E6-890A-467F-AE4D-2E6117ED8724}" type="pres">
      <dgm:prSet presAssocID="{CFE363C2-ACBF-44F1-A2DF-666E8299237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CD2C719-4803-4CB4-A104-9AF972D69808}" type="presOf" srcId="{CFE363C2-ACBF-44F1-A2DF-666E82992374}" destId="{E75AE2A8-44A1-46BE-9B60-33E0CB71D691}" srcOrd="1" destOrd="0" presId="urn:microsoft.com/office/officeart/2005/8/layout/list1"/>
    <dgm:cxn modelId="{CDDEE11D-6CE7-4AC0-9689-9BC5DBDD4D54}" type="presOf" srcId="{E3248F45-8673-4EEF-BA1B-F42432ABFA67}" destId="{0653F2C8-B7B4-4210-A174-D085911E92C5}" srcOrd="1" destOrd="0" presId="urn:microsoft.com/office/officeart/2005/8/layout/list1"/>
    <dgm:cxn modelId="{1AD5531F-B928-4123-9D02-53993AC1A2B5}" srcId="{D520791C-D0C6-43CD-883B-71D82BEE12F7}" destId="{44C2DAA1-3FC6-40B4-A126-50CD77B94DE1}" srcOrd="1" destOrd="0" parTransId="{12029E20-7E4E-4D56-A1A2-2D35A3CB618A}" sibTransId="{BAE2AD6D-5BFC-44E8-9435-263C7BB16DDE}"/>
    <dgm:cxn modelId="{6ABE0C24-2978-4D54-A33A-A423464D63F9}" type="presOf" srcId="{D520791C-D0C6-43CD-883B-71D82BEE12F7}" destId="{9E9ABB00-5FCA-44BD-B9E7-D7C016CAB85D}" srcOrd="0" destOrd="0" presId="urn:microsoft.com/office/officeart/2005/8/layout/list1"/>
    <dgm:cxn modelId="{CB46BB3D-0474-42F4-BEBE-55D2A4D82B5D}" type="presOf" srcId="{CFE363C2-ACBF-44F1-A2DF-666E82992374}" destId="{B23F82FC-487E-4C23-9C0F-D1A84683EC2F}" srcOrd="0" destOrd="0" presId="urn:microsoft.com/office/officeart/2005/8/layout/list1"/>
    <dgm:cxn modelId="{36668A6F-FB6A-422E-B8B9-DD18FE992F95}" type="presOf" srcId="{28D8C60F-D809-44DF-BC54-79FCFC939A48}" destId="{A2318FD0-0E7E-4DED-BCDD-B6CBC136A904}" srcOrd="1" destOrd="0" presId="urn:microsoft.com/office/officeart/2005/8/layout/list1"/>
    <dgm:cxn modelId="{70DF9E6F-3559-4B21-A6C2-C91A1A0B1A6A}" srcId="{D520791C-D0C6-43CD-883B-71D82BEE12F7}" destId="{CFE363C2-ACBF-44F1-A2DF-666E82992374}" srcOrd="3" destOrd="0" parTransId="{23F3ACD8-1D24-41FE-80DA-2DF514C89ACF}" sibTransId="{148C7CDE-B167-44CC-A484-152C6B05BA4F}"/>
    <dgm:cxn modelId="{CE6C0B78-A96A-4638-9099-D0336271AAD3}" type="presOf" srcId="{44C2DAA1-3FC6-40B4-A126-50CD77B94DE1}" destId="{CD0F2D16-1D4B-45E1-B344-D935B8EF376A}" srcOrd="0" destOrd="0" presId="urn:microsoft.com/office/officeart/2005/8/layout/list1"/>
    <dgm:cxn modelId="{3D542DD1-2632-416E-A4E2-E933FD37C6A1}" type="presOf" srcId="{E3248F45-8673-4EEF-BA1B-F42432ABFA67}" destId="{573B5A4E-9D50-4212-9FF4-1B6DA5957A12}" srcOrd="0" destOrd="0" presId="urn:microsoft.com/office/officeart/2005/8/layout/list1"/>
    <dgm:cxn modelId="{3DC31CD6-737F-4FF2-9231-FAABC27D7698}" srcId="{D520791C-D0C6-43CD-883B-71D82BEE12F7}" destId="{E3248F45-8673-4EEF-BA1B-F42432ABFA67}" srcOrd="2" destOrd="0" parTransId="{4D79941B-80F5-4ED6-8AEE-8E4F23797309}" sibTransId="{B01D0094-DE9F-4264-B3A5-89BAD4C39052}"/>
    <dgm:cxn modelId="{0D602FE1-9EF5-440B-91F3-BE72327460EF}" type="presOf" srcId="{28D8C60F-D809-44DF-BC54-79FCFC939A48}" destId="{10BAF3D9-AA8E-4A22-B149-9D07AFED94C2}" srcOrd="0" destOrd="0" presId="urn:microsoft.com/office/officeart/2005/8/layout/list1"/>
    <dgm:cxn modelId="{682318EA-F6B1-42F5-B2EA-AE1B9DE87CE1}" srcId="{D520791C-D0C6-43CD-883B-71D82BEE12F7}" destId="{28D8C60F-D809-44DF-BC54-79FCFC939A48}" srcOrd="0" destOrd="0" parTransId="{DAAEEA57-1A02-404C-86C1-E2E5E6EDA684}" sibTransId="{0C304243-E924-4F38-9903-2743FA32D3C9}"/>
    <dgm:cxn modelId="{5F6ED6EA-6DC4-49B3-959B-2BFCEC52C2AC}" type="presOf" srcId="{44C2DAA1-3FC6-40B4-A126-50CD77B94DE1}" destId="{CE7E30D5-0EE1-403D-AEBE-7BF9F70084AE}" srcOrd="1" destOrd="0" presId="urn:microsoft.com/office/officeart/2005/8/layout/list1"/>
    <dgm:cxn modelId="{FEE2176B-E660-45EA-9CD3-3C7270744760}" type="presParOf" srcId="{9E9ABB00-5FCA-44BD-B9E7-D7C016CAB85D}" destId="{4B82C706-4FA6-4A5C-86E0-53A706765A6D}" srcOrd="0" destOrd="0" presId="urn:microsoft.com/office/officeart/2005/8/layout/list1"/>
    <dgm:cxn modelId="{935E7CF4-9426-4D65-85D0-95990D120D6F}" type="presParOf" srcId="{4B82C706-4FA6-4A5C-86E0-53A706765A6D}" destId="{10BAF3D9-AA8E-4A22-B149-9D07AFED94C2}" srcOrd="0" destOrd="0" presId="urn:microsoft.com/office/officeart/2005/8/layout/list1"/>
    <dgm:cxn modelId="{979EC56C-58D1-4468-B594-31031C0AC2E5}" type="presParOf" srcId="{4B82C706-4FA6-4A5C-86E0-53A706765A6D}" destId="{A2318FD0-0E7E-4DED-BCDD-B6CBC136A904}" srcOrd="1" destOrd="0" presId="urn:microsoft.com/office/officeart/2005/8/layout/list1"/>
    <dgm:cxn modelId="{8DBB003C-2653-4051-A053-FB131FBFC117}" type="presParOf" srcId="{9E9ABB00-5FCA-44BD-B9E7-D7C016CAB85D}" destId="{7B3F0C9E-A4EF-4BDE-BC7B-DF9B2FECCD3F}" srcOrd="1" destOrd="0" presId="urn:microsoft.com/office/officeart/2005/8/layout/list1"/>
    <dgm:cxn modelId="{967D9532-1560-47E8-AE73-6C0D44BF136B}" type="presParOf" srcId="{9E9ABB00-5FCA-44BD-B9E7-D7C016CAB85D}" destId="{8B769829-1FBC-4314-BCCF-BBD573C26A02}" srcOrd="2" destOrd="0" presId="urn:microsoft.com/office/officeart/2005/8/layout/list1"/>
    <dgm:cxn modelId="{8994E415-AFFF-4215-96A1-329C83220180}" type="presParOf" srcId="{9E9ABB00-5FCA-44BD-B9E7-D7C016CAB85D}" destId="{FD341CD4-CB3B-4136-A834-13CB7D9F0D30}" srcOrd="3" destOrd="0" presId="urn:microsoft.com/office/officeart/2005/8/layout/list1"/>
    <dgm:cxn modelId="{35F79806-5FC0-4F1A-B705-E98A0AF0A81A}" type="presParOf" srcId="{9E9ABB00-5FCA-44BD-B9E7-D7C016CAB85D}" destId="{735D6EA7-CAFB-4D7C-9204-6122CB2F98EE}" srcOrd="4" destOrd="0" presId="urn:microsoft.com/office/officeart/2005/8/layout/list1"/>
    <dgm:cxn modelId="{B4903BA7-A838-4978-8763-5A45C9E52D6B}" type="presParOf" srcId="{735D6EA7-CAFB-4D7C-9204-6122CB2F98EE}" destId="{CD0F2D16-1D4B-45E1-B344-D935B8EF376A}" srcOrd="0" destOrd="0" presId="urn:microsoft.com/office/officeart/2005/8/layout/list1"/>
    <dgm:cxn modelId="{C2854969-EA8A-41CF-BC92-836E206B0FC6}" type="presParOf" srcId="{735D6EA7-CAFB-4D7C-9204-6122CB2F98EE}" destId="{CE7E30D5-0EE1-403D-AEBE-7BF9F70084AE}" srcOrd="1" destOrd="0" presId="urn:microsoft.com/office/officeart/2005/8/layout/list1"/>
    <dgm:cxn modelId="{297828D7-2E71-45F1-B596-9308E8603124}" type="presParOf" srcId="{9E9ABB00-5FCA-44BD-B9E7-D7C016CAB85D}" destId="{6522F04B-4841-42ED-93F7-54FB8C8E6950}" srcOrd="5" destOrd="0" presId="urn:microsoft.com/office/officeart/2005/8/layout/list1"/>
    <dgm:cxn modelId="{C3187C26-88A5-4FA7-A2B9-6F28C51F4F9E}" type="presParOf" srcId="{9E9ABB00-5FCA-44BD-B9E7-D7C016CAB85D}" destId="{788824E6-E0CD-4BAF-A40C-FFC752DE9354}" srcOrd="6" destOrd="0" presId="urn:microsoft.com/office/officeart/2005/8/layout/list1"/>
    <dgm:cxn modelId="{A233B7F4-0915-4C55-ACD3-1E31EE2A4ECD}" type="presParOf" srcId="{9E9ABB00-5FCA-44BD-B9E7-D7C016CAB85D}" destId="{F8895360-EC12-48ED-8549-6BB4A0B20BE3}" srcOrd="7" destOrd="0" presId="urn:microsoft.com/office/officeart/2005/8/layout/list1"/>
    <dgm:cxn modelId="{7779B313-6D6B-4686-BA05-15BC9DFAC924}" type="presParOf" srcId="{9E9ABB00-5FCA-44BD-B9E7-D7C016CAB85D}" destId="{E6C8581C-C2C8-47FA-8B5B-3A3D0C708EC9}" srcOrd="8" destOrd="0" presId="urn:microsoft.com/office/officeart/2005/8/layout/list1"/>
    <dgm:cxn modelId="{019B5F54-0BE2-42DF-8CA7-E8D8BF557B5A}" type="presParOf" srcId="{E6C8581C-C2C8-47FA-8B5B-3A3D0C708EC9}" destId="{573B5A4E-9D50-4212-9FF4-1B6DA5957A12}" srcOrd="0" destOrd="0" presId="urn:microsoft.com/office/officeart/2005/8/layout/list1"/>
    <dgm:cxn modelId="{49128CD1-12BE-4CD6-82AD-C999FD7E3DBE}" type="presParOf" srcId="{E6C8581C-C2C8-47FA-8B5B-3A3D0C708EC9}" destId="{0653F2C8-B7B4-4210-A174-D085911E92C5}" srcOrd="1" destOrd="0" presId="urn:microsoft.com/office/officeart/2005/8/layout/list1"/>
    <dgm:cxn modelId="{ED591916-AC36-4891-A11A-AD44EF2A1DEE}" type="presParOf" srcId="{9E9ABB00-5FCA-44BD-B9E7-D7C016CAB85D}" destId="{7DDED8D8-8F26-4A46-B996-DDD6BB198796}" srcOrd="9" destOrd="0" presId="urn:microsoft.com/office/officeart/2005/8/layout/list1"/>
    <dgm:cxn modelId="{8E01C5F5-3583-4E5A-B004-DCC61AE1FA12}" type="presParOf" srcId="{9E9ABB00-5FCA-44BD-B9E7-D7C016CAB85D}" destId="{BDC64B90-C7BC-4FC4-9D1E-8A736B6D4C0F}" srcOrd="10" destOrd="0" presId="urn:microsoft.com/office/officeart/2005/8/layout/list1"/>
    <dgm:cxn modelId="{34BBA563-EE6A-4352-AA9D-F18007AF42D2}" type="presParOf" srcId="{9E9ABB00-5FCA-44BD-B9E7-D7C016CAB85D}" destId="{C1E782B9-73BD-48C0-A80B-6EB70C9A35D5}" srcOrd="11" destOrd="0" presId="urn:microsoft.com/office/officeart/2005/8/layout/list1"/>
    <dgm:cxn modelId="{B8BEAFEF-B920-42D5-9872-24CA9085FCA4}" type="presParOf" srcId="{9E9ABB00-5FCA-44BD-B9E7-D7C016CAB85D}" destId="{2BF76BDB-2120-42EF-9574-E7A35817EAB5}" srcOrd="12" destOrd="0" presId="urn:microsoft.com/office/officeart/2005/8/layout/list1"/>
    <dgm:cxn modelId="{05C27945-75F9-41F7-913E-F514ACEE17DB}" type="presParOf" srcId="{2BF76BDB-2120-42EF-9574-E7A35817EAB5}" destId="{B23F82FC-487E-4C23-9C0F-D1A84683EC2F}" srcOrd="0" destOrd="0" presId="urn:microsoft.com/office/officeart/2005/8/layout/list1"/>
    <dgm:cxn modelId="{86AF609B-F30E-4490-93DD-56D6022786FF}" type="presParOf" srcId="{2BF76BDB-2120-42EF-9574-E7A35817EAB5}" destId="{E75AE2A8-44A1-46BE-9B60-33E0CB71D691}" srcOrd="1" destOrd="0" presId="urn:microsoft.com/office/officeart/2005/8/layout/list1"/>
    <dgm:cxn modelId="{9224E90F-8326-41A1-AE03-A9A06D98AFAE}" type="presParOf" srcId="{9E9ABB00-5FCA-44BD-B9E7-D7C016CAB85D}" destId="{B9F40E88-1E82-4154-A6A1-DC416F740A0D}" srcOrd="13" destOrd="0" presId="urn:microsoft.com/office/officeart/2005/8/layout/list1"/>
    <dgm:cxn modelId="{2965A996-EA4C-42AB-8552-AC969DD6E79F}" type="presParOf" srcId="{9E9ABB00-5FCA-44BD-B9E7-D7C016CAB85D}" destId="{274872E6-890A-467F-AE4D-2E6117ED872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EC93109-9334-48CA-A8B4-24C949FE298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B0D9F0-F213-4225-93C8-E006E2FF7ACE}">
      <dgm:prSet/>
      <dgm:spPr/>
      <dgm:t>
        <a:bodyPr/>
        <a:lstStyle/>
        <a:p>
          <a:r>
            <a:rPr lang="en-US" b="0" i="0" baseline="0" dirty="0"/>
            <a:t>Logs execution details </a:t>
          </a:r>
          <a:endParaRPr lang="en-US" dirty="0"/>
        </a:p>
      </dgm:t>
    </dgm:pt>
    <dgm:pt modelId="{8F43BA1D-B070-4DD8-BB26-DE6EBF1DBD84}" type="parTrans" cxnId="{5A19A49B-F825-4EFA-8BED-78F0C118DBB9}">
      <dgm:prSet/>
      <dgm:spPr/>
      <dgm:t>
        <a:bodyPr/>
        <a:lstStyle/>
        <a:p>
          <a:endParaRPr lang="en-US"/>
        </a:p>
      </dgm:t>
    </dgm:pt>
    <dgm:pt modelId="{E03160A4-3580-4605-B932-CAB25AC11C5F}" type="sibTrans" cxnId="{5A19A49B-F825-4EFA-8BED-78F0C118DBB9}">
      <dgm:prSet/>
      <dgm:spPr/>
      <dgm:t>
        <a:bodyPr/>
        <a:lstStyle/>
        <a:p>
          <a:endParaRPr lang="en-US"/>
        </a:p>
      </dgm:t>
    </dgm:pt>
    <dgm:pt modelId="{663A5E28-DA66-4A93-9136-AB861F03250F}">
      <dgm:prSet/>
      <dgm:spPr/>
      <dgm:t>
        <a:bodyPr/>
        <a:lstStyle/>
        <a:p>
          <a:r>
            <a:rPr lang="en-US" b="0" i="0" baseline="0"/>
            <a:t>Tracks: </a:t>
          </a:r>
          <a:endParaRPr lang="en-US"/>
        </a:p>
      </dgm:t>
    </dgm:pt>
    <dgm:pt modelId="{455DD2ED-68B1-41DB-B2EC-07B8D0BB17C3}" type="parTrans" cxnId="{BE770414-5F1E-4FEE-A587-95CA16F08ECE}">
      <dgm:prSet/>
      <dgm:spPr/>
      <dgm:t>
        <a:bodyPr/>
        <a:lstStyle/>
        <a:p>
          <a:endParaRPr lang="en-US"/>
        </a:p>
      </dgm:t>
    </dgm:pt>
    <dgm:pt modelId="{ECDD9E94-32C1-4E99-8C6C-E80CB7F30312}" type="sibTrans" cxnId="{BE770414-5F1E-4FEE-A587-95CA16F08ECE}">
      <dgm:prSet/>
      <dgm:spPr/>
      <dgm:t>
        <a:bodyPr/>
        <a:lstStyle/>
        <a:p>
          <a:endParaRPr lang="en-US"/>
        </a:p>
      </dgm:t>
    </dgm:pt>
    <dgm:pt modelId="{312804A2-6DCE-4BED-AE99-3D68B41C7E32}">
      <dgm:prSet/>
      <dgm:spPr/>
      <dgm:t>
        <a:bodyPr/>
        <a:lstStyle/>
        <a:p>
          <a:r>
            <a:rPr lang="en-US" b="0" i="0" baseline="0"/>
            <a:t>Success messages </a:t>
          </a:r>
          <a:endParaRPr lang="en-US"/>
        </a:p>
      </dgm:t>
    </dgm:pt>
    <dgm:pt modelId="{C9C8EFE4-9B02-4F7E-9818-5C62D334BF02}" type="parTrans" cxnId="{E51A60AF-AC64-4F84-9E11-E1F3BA8BC83D}">
      <dgm:prSet/>
      <dgm:spPr/>
      <dgm:t>
        <a:bodyPr/>
        <a:lstStyle/>
        <a:p>
          <a:endParaRPr lang="en-US"/>
        </a:p>
      </dgm:t>
    </dgm:pt>
    <dgm:pt modelId="{6E26977F-CA2E-4100-B37C-1648E9111563}" type="sibTrans" cxnId="{E51A60AF-AC64-4F84-9E11-E1F3BA8BC83D}">
      <dgm:prSet/>
      <dgm:spPr/>
      <dgm:t>
        <a:bodyPr/>
        <a:lstStyle/>
        <a:p>
          <a:endParaRPr lang="en-US"/>
        </a:p>
      </dgm:t>
    </dgm:pt>
    <dgm:pt modelId="{57272610-F6F4-4715-A2C1-6F330573A73F}">
      <dgm:prSet/>
      <dgm:spPr/>
      <dgm:t>
        <a:bodyPr/>
        <a:lstStyle/>
        <a:p>
          <a:r>
            <a:rPr lang="en-US" b="0" i="0" baseline="0"/>
            <a:t>Errors </a:t>
          </a:r>
          <a:endParaRPr lang="en-US"/>
        </a:p>
      </dgm:t>
    </dgm:pt>
    <dgm:pt modelId="{BB3B3616-B1C6-4C0F-B534-8CB8B9850F53}" type="parTrans" cxnId="{D44D76B8-B6E2-427B-A03B-81764C8A7B9C}">
      <dgm:prSet/>
      <dgm:spPr/>
      <dgm:t>
        <a:bodyPr/>
        <a:lstStyle/>
        <a:p>
          <a:endParaRPr lang="en-US"/>
        </a:p>
      </dgm:t>
    </dgm:pt>
    <dgm:pt modelId="{B4C87E73-E324-4289-9ADB-0A47757CB79B}" type="sibTrans" cxnId="{D44D76B8-B6E2-427B-A03B-81764C8A7B9C}">
      <dgm:prSet/>
      <dgm:spPr/>
      <dgm:t>
        <a:bodyPr/>
        <a:lstStyle/>
        <a:p>
          <a:endParaRPr lang="en-US"/>
        </a:p>
      </dgm:t>
    </dgm:pt>
    <dgm:pt modelId="{A9392FC5-2081-4494-9E59-E89307815768}">
      <dgm:prSet/>
      <dgm:spPr/>
      <dgm:t>
        <a:bodyPr/>
        <a:lstStyle/>
        <a:p>
          <a:r>
            <a:rPr lang="en-US" b="0" i="0" baseline="0"/>
            <a:t>Data insertion status </a:t>
          </a:r>
          <a:endParaRPr lang="en-US"/>
        </a:p>
      </dgm:t>
    </dgm:pt>
    <dgm:pt modelId="{4523642D-6C03-4B9C-AC3C-E47465889DE8}" type="parTrans" cxnId="{0D14B1C0-93CD-4561-B1FC-FE4207F72E87}">
      <dgm:prSet/>
      <dgm:spPr/>
      <dgm:t>
        <a:bodyPr/>
        <a:lstStyle/>
        <a:p>
          <a:endParaRPr lang="en-US"/>
        </a:p>
      </dgm:t>
    </dgm:pt>
    <dgm:pt modelId="{7D776942-38A8-4BD9-AD99-4720321C862A}" type="sibTrans" cxnId="{0D14B1C0-93CD-4561-B1FC-FE4207F72E87}">
      <dgm:prSet/>
      <dgm:spPr/>
      <dgm:t>
        <a:bodyPr/>
        <a:lstStyle/>
        <a:p>
          <a:endParaRPr lang="en-US"/>
        </a:p>
      </dgm:t>
    </dgm:pt>
    <dgm:pt modelId="{E74F9D53-8476-49A2-A0EE-55E1CF378CC0}">
      <dgm:prSet/>
      <dgm:spPr/>
      <dgm:t>
        <a:bodyPr/>
        <a:lstStyle/>
        <a:p>
          <a:r>
            <a:rPr lang="en-US" b="0" i="0" baseline="0"/>
            <a:t>Helps debugging and monitoring </a:t>
          </a:r>
          <a:endParaRPr lang="en-US"/>
        </a:p>
      </dgm:t>
    </dgm:pt>
    <dgm:pt modelId="{29E1713B-FFEF-444A-834E-56CBE35DB044}" type="parTrans" cxnId="{08E4EBE5-BD51-4B1E-AB09-D4E291473E8D}">
      <dgm:prSet/>
      <dgm:spPr/>
      <dgm:t>
        <a:bodyPr/>
        <a:lstStyle/>
        <a:p>
          <a:endParaRPr lang="en-US"/>
        </a:p>
      </dgm:t>
    </dgm:pt>
    <dgm:pt modelId="{92E74C19-C350-416F-91FA-452AF65BCBE3}" type="sibTrans" cxnId="{08E4EBE5-BD51-4B1E-AB09-D4E291473E8D}">
      <dgm:prSet/>
      <dgm:spPr/>
      <dgm:t>
        <a:bodyPr/>
        <a:lstStyle/>
        <a:p>
          <a:endParaRPr lang="en-US"/>
        </a:p>
      </dgm:t>
    </dgm:pt>
    <dgm:pt modelId="{6FB0B622-DEE3-4807-B8CA-0AEEFCAC55A0}" type="pres">
      <dgm:prSet presAssocID="{EEC93109-9334-48CA-A8B4-24C949FE298F}" presName="linear" presStyleCnt="0">
        <dgm:presLayoutVars>
          <dgm:dir/>
          <dgm:animLvl val="lvl"/>
          <dgm:resizeHandles val="exact"/>
        </dgm:presLayoutVars>
      </dgm:prSet>
      <dgm:spPr/>
    </dgm:pt>
    <dgm:pt modelId="{FF84E436-9535-457A-A623-B83E569200EA}" type="pres">
      <dgm:prSet presAssocID="{63B0D9F0-F213-4225-93C8-E006E2FF7ACE}" presName="parentLin" presStyleCnt="0"/>
      <dgm:spPr/>
    </dgm:pt>
    <dgm:pt modelId="{BA977E19-A296-4EC2-B887-89F94EB15EEF}" type="pres">
      <dgm:prSet presAssocID="{63B0D9F0-F213-4225-93C8-E006E2FF7ACE}" presName="parentLeftMargin" presStyleLbl="node1" presStyleIdx="0" presStyleCnt="6"/>
      <dgm:spPr/>
    </dgm:pt>
    <dgm:pt modelId="{8A4B9559-CF9C-45E3-B5D3-7B865488423A}" type="pres">
      <dgm:prSet presAssocID="{63B0D9F0-F213-4225-93C8-E006E2FF7AC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20C9D03-EADF-407C-8B37-5A641F9E31A4}" type="pres">
      <dgm:prSet presAssocID="{63B0D9F0-F213-4225-93C8-E006E2FF7ACE}" presName="negativeSpace" presStyleCnt="0"/>
      <dgm:spPr/>
    </dgm:pt>
    <dgm:pt modelId="{345F09E3-4D76-4AA2-A5D9-E9C908E77241}" type="pres">
      <dgm:prSet presAssocID="{63B0D9F0-F213-4225-93C8-E006E2FF7ACE}" presName="childText" presStyleLbl="conFgAcc1" presStyleIdx="0" presStyleCnt="6">
        <dgm:presLayoutVars>
          <dgm:bulletEnabled val="1"/>
        </dgm:presLayoutVars>
      </dgm:prSet>
      <dgm:spPr/>
    </dgm:pt>
    <dgm:pt modelId="{5CE97528-550F-47C1-AF10-81B43C5FA59E}" type="pres">
      <dgm:prSet presAssocID="{E03160A4-3580-4605-B932-CAB25AC11C5F}" presName="spaceBetweenRectangles" presStyleCnt="0"/>
      <dgm:spPr/>
    </dgm:pt>
    <dgm:pt modelId="{4D31B224-4DE9-4EF9-9A95-0A0A507D86E4}" type="pres">
      <dgm:prSet presAssocID="{663A5E28-DA66-4A93-9136-AB861F03250F}" presName="parentLin" presStyleCnt="0"/>
      <dgm:spPr/>
    </dgm:pt>
    <dgm:pt modelId="{1B2D505C-9BC3-4BB8-95CA-9DCAC68E33FF}" type="pres">
      <dgm:prSet presAssocID="{663A5E28-DA66-4A93-9136-AB861F03250F}" presName="parentLeftMargin" presStyleLbl="node1" presStyleIdx="0" presStyleCnt="6"/>
      <dgm:spPr/>
    </dgm:pt>
    <dgm:pt modelId="{AE39A80C-DD26-4D5E-8FD6-127059707D94}" type="pres">
      <dgm:prSet presAssocID="{663A5E28-DA66-4A93-9136-AB861F03250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E020B9A-CDAB-4A5D-9A03-704CFBA3DB78}" type="pres">
      <dgm:prSet presAssocID="{663A5E28-DA66-4A93-9136-AB861F03250F}" presName="negativeSpace" presStyleCnt="0"/>
      <dgm:spPr/>
    </dgm:pt>
    <dgm:pt modelId="{79C2A5D9-E557-4AF2-9C7D-66281E2EA7EF}" type="pres">
      <dgm:prSet presAssocID="{663A5E28-DA66-4A93-9136-AB861F03250F}" presName="childText" presStyleLbl="conFgAcc1" presStyleIdx="1" presStyleCnt="6">
        <dgm:presLayoutVars>
          <dgm:bulletEnabled val="1"/>
        </dgm:presLayoutVars>
      </dgm:prSet>
      <dgm:spPr/>
    </dgm:pt>
    <dgm:pt modelId="{7A2EA706-6E8D-436F-80D5-2DE17CB57F50}" type="pres">
      <dgm:prSet presAssocID="{ECDD9E94-32C1-4E99-8C6C-E80CB7F30312}" presName="spaceBetweenRectangles" presStyleCnt="0"/>
      <dgm:spPr/>
    </dgm:pt>
    <dgm:pt modelId="{8311D20F-D630-4B50-89E9-66B4FEBEE694}" type="pres">
      <dgm:prSet presAssocID="{312804A2-6DCE-4BED-AE99-3D68B41C7E32}" presName="parentLin" presStyleCnt="0"/>
      <dgm:spPr/>
    </dgm:pt>
    <dgm:pt modelId="{26D4CF64-E4B4-4089-A477-05BA63BB5B2D}" type="pres">
      <dgm:prSet presAssocID="{312804A2-6DCE-4BED-AE99-3D68B41C7E32}" presName="parentLeftMargin" presStyleLbl="node1" presStyleIdx="1" presStyleCnt="6"/>
      <dgm:spPr/>
    </dgm:pt>
    <dgm:pt modelId="{D64741A1-AF77-4847-8CED-3765C03222E4}" type="pres">
      <dgm:prSet presAssocID="{312804A2-6DCE-4BED-AE99-3D68B41C7E3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A71CFCB-6801-47AC-B834-DD7A58C9FDE0}" type="pres">
      <dgm:prSet presAssocID="{312804A2-6DCE-4BED-AE99-3D68B41C7E32}" presName="negativeSpace" presStyleCnt="0"/>
      <dgm:spPr/>
    </dgm:pt>
    <dgm:pt modelId="{61B9E328-C68E-4BD6-8B50-3D8E12D1BA2F}" type="pres">
      <dgm:prSet presAssocID="{312804A2-6DCE-4BED-AE99-3D68B41C7E32}" presName="childText" presStyleLbl="conFgAcc1" presStyleIdx="2" presStyleCnt="6">
        <dgm:presLayoutVars>
          <dgm:bulletEnabled val="1"/>
        </dgm:presLayoutVars>
      </dgm:prSet>
      <dgm:spPr/>
    </dgm:pt>
    <dgm:pt modelId="{227FCB05-4491-4ECB-AC84-F6C260DE3095}" type="pres">
      <dgm:prSet presAssocID="{6E26977F-CA2E-4100-B37C-1648E9111563}" presName="spaceBetweenRectangles" presStyleCnt="0"/>
      <dgm:spPr/>
    </dgm:pt>
    <dgm:pt modelId="{65629756-080B-4B01-8F5B-32FEC5942224}" type="pres">
      <dgm:prSet presAssocID="{57272610-F6F4-4715-A2C1-6F330573A73F}" presName="parentLin" presStyleCnt="0"/>
      <dgm:spPr/>
    </dgm:pt>
    <dgm:pt modelId="{747AEF12-0BE2-4EE1-A7E4-B36C6B1CE8E8}" type="pres">
      <dgm:prSet presAssocID="{57272610-F6F4-4715-A2C1-6F330573A73F}" presName="parentLeftMargin" presStyleLbl="node1" presStyleIdx="2" presStyleCnt="6"/>
      <dgm:spPr/>
    </dgm:pt>
    <dgm:pt modelId="{60749D88-3AA1-41D0-833D-281556DEB0C9}" type="pres">
      <dgm:prSet presAssocID="{57272610-F6F4-4715-A2C1-6F330573A73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22B8D9F-DE5C-4D03-88C6-8E98EBBB50B7}" type="pres">
      <dgm:prSet presAssocID="{57272610-F6F4-4715-A2C1-6F330573A73F}" presName="negativeSpace" presStyleCnt="0"/>
      <dgm:spPr/>
    </dgm:pt>
    <dgm:pt modelId="{7B623A09-DDAF-4B9D-94C6-C33D4EF5E92A}" type="pres">
      <dgm:prSet presAssocID="{57272610-F6F4-4715-A2C1-6F330573A73F}" presName="childText" presStyleLbl="conFgAcc1" presStyleIdx="3" presStyleCnt="6">
        <dgm:presLayoutVars>
          <dgm:bulletEnabled val="1"/>
        </dgm:presLayoutVars>
      </dgm:prSet>
      <dgm:spPr/>
    </dgm:pt>
    <dgm:pt modelId="{F0B00FC0-B2D7-468D-B4C0-3F7A41A58F3A}" type="pres">
      <dgm:prSet presAssocID="{B4C87E73-E324-4289-9ADB-0A47757CB79B}" presName="spaceBetweenRectangles" presStyleCnt="0"/>
      <dgm:spPr/>
    </dgm:pt>
    <dgm:pt modelId="{3A570833-4CCB-4228-9E00-8B57542A4527}" type="pres">
      <dgm:prSet presAssocID="{A9392FC5-2081-4494-9E59-E89307815768}" presName="parentLin" presStyleCnt="0"/>
      <dgm:spPr/>
    </dgm:pt>
    <dgm:pt modelId="{F3D7A89D-BA52-485A-A7CF-4AC5007F70A7}" type="pres">
      <dgm:prSet presAssocID="{A9392FC5-2081-4494-9E59-E89307815768}" presName="parentLeftMargin" presStyleLbl="node1" presStyleIdx="3" presStyleCnt="6"/>
      <dgm:spPr/>
    </dgm:pt>
    <dgm:pt modelId="{94AF0FE9-222C-4E0D-98D4-B83D2061506B}" type="pres">
      <dgm:prSet presAssocID="{A9392FC5-2081-4494-9E59-E8930781576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BADCCA2-577B-4B11-B795-1058194BC3F6}" type="pres">
      <dgm:prSet presAssocID="{A9392FC5-2081-4494-9E59-E89307815768}" presName="negativeSpace" presStyleCnt="0"/>
      <dgm:spPr/>
    </dgm:pt>
    <dgm:pt modelId="{D01F5993-3464-4DCE-BC58-A8BF7FBF73E5}" type="pres">
      <dgm:prSet presAssocID="{A9392FC5-2081-4494-9E59-E89307815768}" presName="childText" presStyleLbl="conFgAcc1" presStyleIdx="4" presStyleCnt="6">
        <dgm:presLayoutVars>
          <dgm:bulletEnabled val="1"/>
        </dgm:presLayoutVars>
      </dgm:prSet>
      <dgm:spPr/>
    </dgm:pt>
    <dgm:pt modelId="{C239541D-E658-4A1C-AB66-E8199D09A64B}" type="pres">
      <dgm:prSet presAssocID="{7D776942-38A8-4BD9-AD99-4720321C862A}" presName="spaceBetweenRectangles" presStyleCnt="0"/>
      <dgm:spPr/>
    </dgm:pt>
    <dgm:pt modelId="{860776CA-0E7C-4B0D-9572-17A470D1BD11}" type="pres">
      <dgm:prSet presAssocID="{E74F9D53-8476-49A2-A0EE-55E1CF378CC0}" presName="parentLin" presStyleCnt="0"/>
      <dgm:spPr/>
    </dgm:pt>
    <dgm:pt modelId="{48BAFABF-F74E-4E6D-9966-748EA8AADCC1}" type="pres">
      <dgm:prSet presAssocID="{E74F9D53-8476-49A2-A0EE-55E1CF378CC0}" presName="parentLeftMargin" presStyleLbl="node1" presStyleIdx="4" presStyleCnt="6"/>
      <dgm:spPr/>
    </dgm:pt>
    <dgm:pt modelId="{AB991FC9-4A55-4CC7-A322-CC05CCD0980F}" type="pres">
      <dgm:prSet presAssocID="{E74F9D53-8476-49A2-A0EE-55E1CF378CC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AE3F0DF2-4A1E-4978-B4A6-4FDF24120905}" type="pres">
      <dgm:prSet presAssocID="{E74F9D53-8476-49A2-A0EE-55E1CF378CC0}" presName="negativeSpace" presStyleCnt="0"/>
      <dgm:spPr/>
    </dgm:pt>
    <dgm:pt modelId="{1D889711-21A2-43CD-9DEB-31BDEF330F04}" type="pres">
      <dgm:prSet presAssocID="{E74F9D53-8476-49A2-A0EE-55E1CF378CC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BE770414-5F1E-4FEE-A587-95CA16F08ECE}" srcId="{EEC93109-9334-48CA-A8B4-24C949FE298F}" destId="{663A5E28-DA66-4A93-9136-AB861F03250F}" srcOrd="1" destOrd="0" parTransId="{455DD2ED-68B1-41DB-B2EC-07B8D0BB17C3}" sibTransId="{ECDD9E94-32C1-4E99-8C6C-E80CB7F30312}"/>
    <dgm:cxn modelId="{B9BB0521-4D4D-479E-B72C-276C24364A74}" type="presOf" srcId="{E74F9D53-8476-49A2-A0EE-55E1CF378CC0}" destId="{48BAFABF-F74E-4E6D-9966-748EA8AADCC1}" srcOrd="0" destOrd="0" presId="urn:microsoft.com/office/officeart/2005/8/layout/list1"/>
    <dgm:cxn modelId="{474B1627-D5C6-4FE0-9523-C5AA9A1048E0}" type="presOf" srcId="{663A5E28-DA66-4A93-9136-AB861F03250F}" destId="{1B2D505C-9BC3-4BB8-95CA-9DCAC68E33FF}" srcOrd="0" destOrd="0" presId="urn:microsoft.com/office/officeart/2005/8/layout/list1"/>
    <dgm:cxn modelId="{EE372933-01BD-4D09-99D1-5BEAF046D218}" type="presOf" srcId="{63B0D9F0-F213-4225-93C8-E006E2FF7ACE}" destId="{BA977E19-A296-4EC2-B887-89F94EB15EEF}" srcOrd="0" destOrd="0" presId="urn:microsoft.com/office/officeart/2005/8/layout/list1"/>
    <dgm:cxn modelId="{D31B3137-E7FD-4A53-803D-AE49F21386C8}" type="presOf" srcId="{63B0D9F0-F213-4225-93C8-E006E2FF7ACE}" destId="{8A4B9559-CF9C-45E3-B5D3-7B865488423A}" srcOrd="1" destOrd="0" presId="urn:microsoft.com/office/officeart/2005/8/layout/list1"/>
    <dgm:cxn modelId="{6506CD3F-D31C-4B56-8CE6-4652CD6EABFB}" type="presOf" srcId="{312804A2-6DCE-4BED-AE99-3D68B41C7E32}" destId="{26D4CF64-E4B4-4089-A477-05BA63BB5B2D}" srcOrd="0" destOrd="0" presId="urn:microsoft.com/office/officeart/2005/8/layout/list1"/>
    <dgm:cxn modelId="{5A19A49B-F825-4EFA-8BED-78F0C118DBB9}" srcId="{EEC93109-9334-48CA-A8B4-24C949FE298F}" destId="{63B0D9F0-F213-4225-93C8-E006E2FF7ACE}" srcOrd="0" destOrd="0" parTransId="{8F43BA1D-B070-4DD8-BB26-DE6EBF1DBD84}" sibTransId="{E03160A4-3580-4605-B932-CAB25AC11C5F}"/>
    <dgm:cxn modelId="{EADF2D9E-3214-494C-8CD7-5C3FEF19F6BC}" type="presOf" srcId="{E74F9D53-8476-49A2-A0EE-55E1CF378CC0}" destId="{AB991FC9-4A55-4CC7-A322-CC05CCD0980F}" srcOrd="1" destOrd="0" presId="urn:microsoft.com/office/officeart/2005/8/layout/list1"/>
    <dgm:cxn modelId="{20C673A6-0992-4048-8822-233B9AE8CBA1}" type="presOf" srcId="{EEC93109-9334-48CA-A8B4-24C949FE298F}" destId="{6FB0B622-DEE3-4807-B8CA-0AEEFCAC55A0}" srcOrd="0" destOrd="0" presId="urn:microsoft.com/office/officeart/2005/8/layout/list1"/>
    <dgm:cxn modelId="{E51A60AF-AC64-4F84-9E11-E1F3BA8BC83D}" srcId="{EEC93109-9334-48CA-A8B4-24C949FE298F}" destId="{312804A2-6DCE-4BED-AE99-3D68B41C7E32}" srcOrd="2" destOrd="0" parTransId="{C9C8EFE4-9B02-4F7E-9818-5C62D334BF02}" sibTransId="{6E26977F-CA2E-4100-B37C-1648E9111563}"/>
    <dgm:cxn modelId="{D44D76B8-B6E2-427B-A03B-81764C8A7B9C}" srcId="{EEC93109-9334-48CA-A8B4-24C949FE298F}" destId="{57272610-F6F4-4715-A2C1-6F330573A73F}" srcOrd="3" destOrd="0" parTransId="{BB3B3616-B1C6-4C0F-B534-8CB8B9850F53}" sibTransId="{B4C87E73-E324-4289-9ADB-0A47757CB79B}"/>
    <dgm:cxn modelId="{C9A9FBB8-ED34-4742-B16A-6BF357FB1297}" type="presOf" srcId="{57272610-F6F4-4715-A2C1-6F330573A73F}" destId="{60749D88-3AA1-41D0-833D-281556DEB0C9}" srcOrd="1" destOrd="0" presId="urn:microsoft.com/office/officeart/2005/8/layout/list1"/>
    <dgm:cxn modelId="{0D14B1C0-93CD-4561-B1FC-FE4207F72E87}" srcId="{EEC93109-9334-48CA-A8B4-24C949FE298F}" destId="{A9392FC5-2081-4494-9E59-E89307815768}" srcOrd="4" destOrd="0" parTransId="{4523642D-6C03-4B9C-AC3C-E47465889DE8}" sibTransId="{7D776942-38A8-4BD9-AD99-4720321C862A}"/>
    <dgm:cxn modelId="{30E682C6-40D1-46C4-8778-A8FFD7403E02}" type="presOf" srcId="{A9392FC5-2081-4494-9E59-E89307815768}" destId="{F3D7A89D-BA52-485A-A7CF-4AC5007F70A7}" srcOrd="0" destOrd="0" presId="urn:microsoft.com/office/officeart/2005/8/layout/list1"/>
    <dgm:cxn modelId="{7E3FD4CC-EF4A-4D22-89FA-486D43C2BF63}" type="presOf" srcId="{663A5E28-DA66-4A93-9136-AB861F03250F}" destId="{AE39A80C-DD26-4D5E-8FD6-127059707D94}" srcOrd="1" destOrd="0" presId="urn:microsoft.com/office/officeart/2005/8/layout/list1"/>
    <dgm:cxn modelId="{910248DA-6147-4C95-9A48-302C655C49FB}" type="presOf" srcId="{312804A2-6DCE-4BED-AE99-3D68B41C7E32}" destId="{D64741A1-AF77-4847-8CED-3765C03222E4}" srcOrd="1" destOrd="0" presId="urn:microsoft.com/office/officeart/2005/8/layout/list1"/>
    <dgm:cxn modelId="{08E4EBE5-BD51-4B1E-AB09-D4E291473E8D}" srcId="{EEC93109-9334-48CA-A8B4-24C949FE298F}" destId="{E74F9D53-8476-49A2-A0EE-55E1CF378CC0}" srcOrd="5" destOrd="0" parTransId="{29E1713B-FFEF-444A-834E-56CBE35DB044}" sibTransId="{92E74C19-C350-416F-91FA-452AF65BCBE3}"/>
    <dgm:cxn modelId="{0756C4F2-C3FA-4FD0-AD41-8AFCE5086E9A}" type="presOf" srcId="{A9392FC5-2081-4494-9E59-E89307815768}" destId="{94AF0FE9-222C-4E0D-98D4-B83D2061506B}" srcOrd="1" destOrd="0" presId="urn:microsoft.com/office/officeart/2005/8/layout/list1"/>
    <dgm:cxn modelId="{3D622FF7-D0F5-4DA6-AE2F-F7205AA9AEE8}" type="presOf" srcId="{57272610-F6F4-4715-A2C1-6F330573A73F}" destId="{747AEF12-0BE2-4EE1-A7E4-B36C6B1CE8E8}" srcOrd="0" destOrd="0" presId="urn:microsoft.com/office/officeart/2005/8/layout/list1"/>
    <dgm:cxn modelId="{DC0B00EC-38D1-4118-9E83-4B2562F85F86}" type="presParOf" srcId="{6FB0B622-DEE3-4807-B8CA-0AEEFCAC55A0}" destId="{FF84E436-9535-457A-A623-B83E569200EA}" srcOrd="0" destOrd="0" presId="urn:microsoft.com/office/officeart/2005/8/layout/list1"/>
    <dgm:cxn modelId="{DE20B4F6-B92B-4541-93FB-BF0B24BE9F44}" type="presParOf" srcId="{FF84E436-9535-457A-A623-B83E569200EA}" destId="{BA977E19-A296-4EC2-B887-89F94EB15EEF}" srcOrd="0" destOrd="0" presId="urn:microsoft.com/office/officeart/2005/8/layout/list1"/>
    <dgm:cxn modelId="{45BBA003-8CAF-406B-91D3-E151C14EC65E}" type="presParOf" srcId="{FF84E436-9535-457A-A623-B83E569200EA}" destId="{8A4B9559-CF9C-45E3-B5D3-7B865488423A}" srcOrd="1" destOrd="0" presId="urn:microsoft.com/office/officeart/2005/8/layout/list1"/>
    <dgm:cxn modelId="{02C761D9-E2B4-41F8-AC6A-4B8C2D84380C}" type="presParOf" srcId="{6FB0B622-DEE3-4807-B8CA-0AEEFCAC55A0}" destId="{020C9D03-EADF-407C-8B37-5A641F9E31A4}" srcOrd="1" destOrd="0" presId="urn:microsoft.com/office/officeart/2005/8/layout/list1"/>
    <dgm:cxn modelId="{1376EA8D-EE34-48F2-9398-CA0B3D1E0068}" type="presParOf" srcId="{6FB0B622-DEE3-4807-B8CA-0AEEFCAC55A0}" destId="{345F09E3-4D76-4AA2-A5D9-E9C908E77241}" srcOrd="2" destOrd="0" presId="urn:microsoft.com/office/officeart/2005/8/layout/list1"/>
    <dgm:cxn modelId="{D04E5066-5CEC-4CFD-AE10-E5790D380DFF}" type="presParOf" srcId="{6FB0B622-DEE3-4807-B8CA-0AEEFCAC55A0}" destId="{5CE97528-550F-47C1-AF10-81B43C5FA59E}" srcOrd="3" destOrd="0" presId="urn:microsoft.com/office/officeart/2005/8/layout/list1"/>
    <dgm:cxn modelId="{B54453FA-6D7E-479F-900D-923F8CB83B04}" type="presParOf" srcId="{6FB0B622-DEE3-4807-B8CA-0AEEFCAC55A0}" destId="{4D31B224-4DE9-4EF9-9A95-0A0A507D86E4}" srcOrd="4" destOrd="0" presId="urn:microsoft.com/office/officeart/2005/8/layout/list1"/>
    <dgm:cxn modelId="{BDA2CBA1-F668-47A7-BA6C-52A99E709221}" type="presParOf" srcId="{4D31B224-4DE9-4EF9-9A95-0A0A507D86E4}" destId="{1B2D505C-9BC3-4BB8-95CA-9DCAC68E33FF}" srcOrd="0" destOrd="0" presId="urn:microsoft.com/office/officeart/2005/8/layout/list1"/>
    <dgm:cxn modelId="{CC749D2C-8BD6-4D4C-98B5-C61CFD71D87E}" type="presParOf" srcId="{4D31B224-4DE9-4EF9-9A95-0A0A507D86E4}" destId="{AE39A80C-DD26-4D5E-8FD6-127059707D94}" srcOrd="1" destOrd="0" presId="urn:microsoft.com/office/officeart/2005/8/layout/list1"/>
    <dgm:cxn modelId="{A2D90DD0-B545-444D-8ABF-5D8B26E8155E}" type="presParOf" srcId="{6FB0B622-DEE3-4807-B8CA-0AEEFCAC55A0}" destId="{0E020B9A-CDAB-4A5D-9A03-704CFBA3DB78}" srcOrd="5" destOrd="0" presId="urn:microsoft.com/office/officeart/2005/8/layout/list1"/>
    <dgm:cxn modelId="{70DBA355-BC1F-442C-BFC6-63370C6FB59D}" type="presParOf" srcId="{6FB0B622-DEE3-4807-B8CA-0AEEFCAC55A0}" destId="{79C2A5D9-E557-4AF2-9C7D-66281E2EA7EF}" srcOrd="6" destOrd="0" presId="urn:microsoft.com/office/officeart/2005/8/layout/list1"/>
    <dgm:cxn modelId="{09431D6A-844C-48C7-AB1C-D3B3418AF206}" type="presParOf" srcId="{6FB0B622-DEE3-4807-B8CA-0AEEFCAC55A0}" destId="{7A2EA706-6E8D-436F-80D5-2DE17CB57F50}" srcOrd="7" destOrd="0" presId="urn:microsoft.com/office/officeart/2005/8/layout/list1"/>
    <dgm:cxn modelId="{A0E3ADDD-ACC3-421B-B7BB-74309E599A2F}" type="presParOf" srcId="{6FB0B622-DEE3-4807-B8CA-0AEEFCAC55A0}" destId="{8311D20F-D630-4B50-89E9-66B4FEBEE694}" srcOrd="8" destOrd="0" presId="urn:microsoft.com/office/officeart/2005/8/layout/list1"/>
    <dgm:cxn modelId="{30E32747-3FB7-4479-87AF-16AF0BB1A026}" type="presParOf" srcId="{8311D20F-D630-4B50-89E9-66B4FEBEE694}" destId="{26D4CF64-E4B4-4089-A477-05BA63BB5B2D}" srcOrd="0" destOrd="0" presId="urn:microsoft.com/office/officeart/2005/8/layout/list1"/>
    <dgm:cxn modelId="{39B9530D-D94A-49B9-836E-3BA324C93460}" type="presParOf" srcId="{8311D20F-D630-4B50-89E9-66B4FEBEE694}" destId="{D64741A1-AF77-4847-8CED-3765C03222E4}" srcOrd="1" destOrd="0" presId="urn:microsoft.com/office/officeart/2005/8/layout/list1"/>
    <dgm:cxn modelId="{5BFFAFBD-08F4-4099-AB09-BAC119AC5790}" type="presParOf" srcId="{6FB0B622-DEE3-4807-B8CA-0AEEFCAC55A0}" destId="{AA71CFCB-6801-47AC-B834-DD7A58C9FDE0}" srcOrd="9" destOrd="0" presId="urn:microsoft.com/office/officeart/2005/8/layout/list1"/>
    <dgm:cxn modelId="{C0B046C4-A386-422D-89F7-3825CFF9BE18}" type="presParOf" srcId="{6FB0B622-DEE3-4807-B8CA-0AEEFCAC55A0}" destId="{61B9E328-C68E-4BD6-8B50-3D8E12D1BA2F}" srcOrd="10" destOrd="0" presId="urn:microsoft.com/office/officeart/2005/8/layout/list1"/>
    <dgm:cxn modelId="{D101D0A8-D193-46C7-824C-0B8B924BF594}" type="presParOf" srcId="{6FB0B622-DEE3-4807-B8CA-0AEEFCAC55A0}" destId="{227FCB05-4491-4ECB-AC84-F6C260DE3095}" srcOrd="11" destOrd="0" presId="urn:microsoft.com/office/officeart/2005/8/layout/list1"/>
    <dgm:cxn modelId="{E4B58B76-6031-4B16-A374-9D4A0145A69D}" type="presParOf" srcId="{6FB0B622-DEE3-4807-B8CA-0AEEFCAC55A0}" destId="{65629756-080B-4B01-8F5B-32FEC5942224}" srcOrd="12" destOrd="0" presId="urn:microsoft.com/office/officeart/2005/8/layout/list1"/>
    <dgm:cxn modelId="{56E0F2C4-9C09-4555-A63F-09675C3F843C}" type="presParOf" srcId="{65629756-080B-4B01-8F5B-32FEC5942224}" destId="{747AEF12-0BE2-4EE1-A7E4-B36C6B1CE8E8}" srcOrd="0" destOrd="0" presId="urn:microsoft.com/office/officeart/2005/8/layout/list1"/>
    <dgm:cxn modelId="{A0014C5C-1E01-476E-9CCB-63B50CA5F0C3}" type="presParOf" srcId="{65629756-080B-4B01-8F5B-32FEC5942224}" destId="{60749D88-3AA1-41D0-833D-281556DEB0C9}" srcOrd="1" destOrd="0" presId="urn:microsoft.com/office/officeart/2005/8/layout/list1"/>
    <dgm:cxn modelId="{CF53EEE2-D0C5-4B0B-8DBF-60858EB52FD3}" type="presParOf" srcId="{6FB0B622-DEE3-4807-B8CA-0AEEFCAC55A0}" destId="{322B8D9F-DE5C-4D03-88C6-8E98EBBB50B7}" srcOrd="13" destOrd="0" presId="urn:microsoft.com/office/officeart/2005/8/layout/list1"/>
    <dgm:cxn modelId="{46BBE51B-4D29-4DC5-B977-BEC16FF96366}" type="presParOf" srcId="{6FB0B622-DEE3-4807-B8CA-0AEEFCAC55A0}" destId="{7B623A09-DDAF-4B9D-94C6-C33D4EF5E92A}" srcOrd="14" destOrd="0" presId="urn:microsoft.com/office/officeart/2005/8/layout/list1"/>
    <dgm:cxn modelId="{9331520A-54E0-4944-8A47-77EA09DFBDB4}" type="presParOf" srcId="{6FB0B622-DEE3-4807-B8CA-0AEEFCAC55A0}" destId="{F0B00FC0-B2D7-468D-B4C0-3F7A41A58F3A}" srcOrd="15" destOrd="0" presId="urn:microsoft.com/office/officeart/2005/8/layout/list1"/>
    <dgm:cxn modelId="{F48D9BA1-283C-4FDD-A9A9-A1F0C9E82F2D}" type="presParOf" srcId="{6FB0B622-DEE3-4807-B8CA-0AEEFCAC55A0}" destId="{3A570833-4CCB-4228-9E00-8B57542A4527}" srcOrd="16" destOrd="0" presId="urn:microsoft.com/office/officeart/2005/8/layout/list1"/>
    <dgm:cxn modelId="{2284EDA4-8934-41B9-84EF-DA9EEE60089B}" type="presParOf" srcId="{3A570833-4CCB-4228-9E00-8B57542A4527}" destId="{F3D7A89D-BA52-485A-A7CF-4AC5007F70A7}" srcOrd="0" destOrd="0" presId="urn:microsoft.com/office/officeart/2005/8/layout/list1"/>
    <dgm:cxn modelId="{17F20C66-3FD3-4231-ADDD-D0F2EFBA9EB1}" type="presParOf" srcId="{3A570833-4CCB-4228-9E00-8B57542A4527}" destId="{94AF0FE9-222C-4E0D-98D4-B83D2061506B}" srcOrd="1" destOrd="0" presId="urn:microsoft.com/office/officeart/2005/8/layout/list1"/>
    <dgm:cxn modelId="{CC6D3EE4-B029-419F-A061-B6302735F5B1}" type="presParOf" srcId="{6FB0B622-DEE3-4807-B8CA-0AEEFCAC55A0}" destId="{EBADCCA2-577B-4B11-B795-1058194BC3F6}" srcOrd="17" destOrd="0" presId="urn:microsoft.com/office/officeart/2005/8/layout/list1"/>
    <dgm:cxn modelId="{1E5FDCBE-E40C-422C-BA06-EE10FA0D462D}" type="presParOf" srcId="{6FB0B622-DEE3-4807-B8CA-0AEEFCAC55A0}" destId="{D01F5993-3464-4DCE-BC58-A8BF7FBF73E5}" srcOrd="18" destOrd="0" presId="urn:microsoft.com/office/officeart/2005/8/layout/list1"/>
    <dgm:cxn modelId="{1249B1C4-E631-4822-86CB-6897401A0E19}" type="presParOf" srcId="{6FB0B622-DEE3-4807-B8CA-0AEEFCAC55A0}" destId="{C239541D-E658-4A1C-AB66-E8199D09A64B}" srcOrd="19" destOrd="0" presId="urn:microsoft.com/office/officeart/2005/8/layout/list1"/>
    <dgm:cxn modelId="{3E211B2C-9DD0-45B1-9867-D4BD7CBAAF7D}" type="presParOf" srcId="{6FB0B622-DEE3-4807-B8CA-0AEEFCAC55A0}" destId="{860776CA-0E7C-4B0D-9572-17A470D1BD11}" srcOrd="20" destOrd="0" presId="urn:microsoft.com/office/officeart/2005/8/layout/list1"/>
    <dgm:cxn modelId="{49AD4211-91EB-47B1-8742-55820E6AC4A2}" type="presParOf" srcId="{860776CA-0E7C-4B0D-9572-17A470D1BD11}" destId="{48BAFABF-F74E-4E6D-9966-748EA8AADCC1}" srcOrd="0" destOrd="0" presId="urn:microsoft.com/office/officeart/2005/8/layout/list1"/>
    <dgm:cxn modelId="{C55E5195-C805-42E0-9EB4-2EBE64F73B30}" type="presParOf" srcId="{860776CA-0E7C-4B0D-9572-17A470D1BD11}" destId="{AB991FC9-4A55-4CC7-A322-CC05CCD0980F}" srcOrd="1" destOrd="0" presId="urn:microsoft.com/office/officeart/2005/8/layout/list1"/>
    <dgm:cxn modelId="{070A14D5-4DCC-4206-802A-052D3275B4EB}" type="presParOf" srcId="{6FB0B622-DEE3-4807-B8CA-0AEEFCAC55A0}" destId="{AE3F0DF2-4A1E-4978-B4A6-4FDF24120905}" srcOrd="21" destOrd="0" presId="urn:microsoft.com/office/officeart/2005/8/layout/list1"/>
    <dgm:cxn modelId="{9414CB5C-434D-4371-8DA0-C1EA5BC9A4DB}" type="presParOf" srcId="{6FB0B622-DEE3-4807-B8CA-0AEEFCAC55A0}" destId="{1D889711-21A2-43CD-9DEB-31BDEF330F0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D4441AD-34E8-40D3-9666-368072F8460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069FED-FF2B-44B7-9AD3-BDD655365645}">
      <dgm:prSet/>
      <dgm:spPr/>
      <dgm:t>
        <a:bodyPr/>
        <a:lstStyle/>
        <a:p>
          <a:r>
            <a:rPr lang="en-US"/>
            <a:t>Retry mechanism for failed requests</a:t>
          </a:r>
        </a:p>
      </dgm:t>
    </dgm:pt>
    <dgm:pt modelId="{57F87B4A-0089-435B-B855-1AFB3B1FF473}" type="parTrans" cxnId="{64AA6BB6-954C-45AD-9709-D98999579515}">
      <dgm:prSet/>
      <dgm:spPr/>
      <dgm:t>
        <a:bodyPr/>
        <a:lstStyle/>
        <a:p>
          <a:endParaRPr lang="en-US"/>
        </a:p>
      </dgm:t>
    </dgm:pt>
    <dgm:pt modelId="{65665956-B62D-48F8-8AC3-AC9ACBC720DA}" type="sibTrans" cxnId="{64AA6BB6-954C-45AD-9709-D98999579515}">
      <dgm:prSet/>
      <dgm:spPr/>
      <dgm:t>
        <a:bodyPr/>
        <a:lstStyle/>
        <a:p>
          <a:endParaRPr lang="en-US"/>
        </a:p>
      </dgm:t>
    </dgm:pt>
    <dgm:pt modelId="{1C7D4DF0-D250-4616-9C50-32828B370CE6}">
      <dgm:prSet/>
      <dgm:spPr/>
      <dgm:t>
        <a:bodyPr/>
        <a:lstStyle/>
        <a:p>
          <a:r>
            <a:rPr lang="en-IN"/>
            <a:t>Handles:</a:t>
          </a:r>
          <a:endParaRPr lang="en-US"/>
        </a:p>
      </dgm:t>
    </dgm:pt>
    <dgm:pt modelId="{EDE9A7BC-CF36-4B98-AFED-3B38E70A0EDD}" type="parTrans" cxnId="{416EFB12-AD16-4981-9305-7E3CA537ECDC}">
      <dgm:prSet/>
      <dgm:spPr/>
      <dgm:t>
        <a:bodyPr/>
        <a:lstStyle/>
        <a:p>
          <a:endParaRPr lang="en-US"/>
        </a:p>
      </dgm:t>
    </dgm:pt>
    <dgm:pt modelId="{02A7879B-E5EC-40BC-BA18-8D6111B9E967}" type="sibTrans" cxnId="{416EFB12-AD16-4981-9305-7E3CA537ECDC}">
      <dgm:prSet/>
      <dgm:spPr/>
      <dgm:t>
        <a:bodyPr/>
        <a:lstStyle/>
        <a:p>
          <a:endParaRPr lang="en-US"/>
        </a:p>
      </dgm:t>
    </dgm:pt>
    <dgm:pt modelId="{FFB09056-59AD-4033-B6A5-CB629D291643}">
      <dgm:prSet/>
      <dgm:spPr/>
      <dgm:t>
        <a:bodyPr/>
        <a:lstStyle/>
        <a:p>
          <a:r>
            <a:rPr lang="en-IN"/>
            <a:t>Network failures</a:t>
          </a:r>
          <a:endParaRPr lang="en-US"/>
        </a:p>
      </dgm:t>
    </dgm:pt>
    <dgm:pt modelId="{41CEE24B-46EB-43FD-8B5C-008068103DDD}" type="parTrans" cxnId="{C7758F49-B4EC-4038-A459-378E243AB39E}">
      <dgm:prSet/>
      <dgm:spPr/>
      <dgm:t>
        <a:bodyPr/>
        <a:lstStyle/>
        <a:p>
          <a:endParaRPr lang="en-US"/>
        </a:p>
      </dgm:t>
    </dgm:pt>
    <dgm:pt modelId="{9BB44553-C4CF-4E20-9911-97249B142C81}" type="sibTrans" cxnId="{C7758F49-B4EC-4038-A459-378E243AB39E}">
      <dgm:prSet/>
      <dgm:spPr/>
      <dgm:t>
        <a:bodyPr/>
        <a:lstStyle/>
        <a:p>
          <a:endParaRPr lang="en-US"/>
        </a:p>
      </dgm:t>
    </dgm:pt>
    <dgm:pt modelId="{D0835579-AFB7-4BEC-93E7-7A4ED5B87A63}">
      <dgm:prSet/>
      <dgm:spPr/>
      <dgm:t>
        <a:bodyPr/>
        <a:lstStyle/>
        <a:p>
          <a:r>
            <a:rPr lang="en-IN"/>
            <a:t>Missing elements</a:t>
          </a:r>
          <a:endParaRPr lang="en-US"/>
        </a:p>
      </dgm:t>
    </dgm:pt>
    <dgm:pt modelId="{CF584F0F-C6BD-4B65-BC2A-16AC65CBFE84}" type="parTrans" cxnId="{31166CC8-9959-4D61-A828-BF2669CE285C}">
      <dgm:prSet/>
      <dgm:spPr/>
      <dgm:t>
        <a:bodyPr/>
        <a:lstStyle/>
        <a:p>
          <a:endParaRPr lang="en-US"/>
        </a:p>
      </dgm:t>
    </dgm:pt>
    <dgm:pt modelId="{E3DAEBE6-1F58-43C7-944D-DC26909D3146}" type="sibTrans" cxnId="{31166CC8-9959-4D61-A828-BF2669CE285C}">
      <dgm:prSet/>
      <dgm:spPr/>
      <dgm:t>
        <a:bodyPr/>
        <a:lstStyle/>
        <a:p>
          <a:endParaRPr lang="en-US"/>
        </a:p>
      </dgm:t>
    </dgm:pt>
    <dgm:pt modelId="{D0AF792B-83DB-472D-B4C3-A9C0A118C057}">
      <dgm:prSet/>
      <dgm:spPr/>
      <dgm:t>
        <a:bodyPr/>
        <a:lstStyle/>
        <a:p>
          <a:r>
            <a:rPr lang="en-IN"/>
            <a:t>Ensures robustness</a:t>
          </a:r>
          <a:endParaRPr lang="en-US"/>
        </a:p>
      </dgm:t>
    </dgm:pt>
    <dgm:pt modelId="{92AC1927-3751-4D59-8B16-2A4BD4334B1D}" type="parTrans" cxnId="{CFA64B37-A905-4776-AE41-0397DA1703DA}">
      <dgm:prSet/>
      <dgm:spPr/>
      <dgm:t>
        <a:bodyPr/>
        <a:lstStyle/>
        <a:p>
          <a:endParaRPr lang="en-US"/>
        </a:p>
      </dgm:t>
    </dgm:pt>
    <dgm:pt modelId="{BB000C89-D665-482A-B9A7-5CE8374F7053}" type="sibTrans" cxnId="{CFA64B37-A905-4776-AE41-0397DA1703DA}">
      <dgm:prSet/>
      <dgm:spPr/>
      <dgm:t>
        <a:bodyPr/>
        <a:lstStyle/>
        <a:p>
          <a:endParaRPr lang="en-US"/>
        </a:p>
      </dgm:t>
    </dgm:pt>
    <dgm:pt modelId="{2179EDA3-19DA-41BB-AE5F-A7CFF66CAADC}" type="pres">
      <dgm:prSet presAssocID="{FD4441AD-34E8-40D3-9666-368072F84600}" presName="linear" presStyleCnt="0">
        <dgm:presLayoutVars>
          <dgm:dir/>
          <dgm:animLvl val="lvl"/>
          <dgm:resizeHandles val="exact"/>
        </dgm:presLayoutVars>
      </dgm:prSet>
      <dgm:spPr/>
    </dgm:pt>
    <dgm:pt modelId="{7930C34D-77DE-465A-B8EB-A195E12C2AE3}" type="pres">
      <dgm:prSet presAssocID="{CE069FED-FF2B-44B7-9AD3-BDD655365645}" presName="parentLin" presStyleCnt="0"/>
      <dgm:spPr/>
    </dgm:pt>
    <dgm:pt modelId="{27C460F5-82D1-432B-A942-0B5E93BC74F2}" type="pres">
      <dgm:prSet presAssocID="{CE069FED-FF2B-44B7-9AD3-BDD655365645}" presName="parentLeftMargin" presStyleLbl="node1" presStyleIdx="0" presStyleCnt="5"/>
      <dgm:spPr/>
    </dgm:pt>
    <dgm:pt modelId="{5284F442-C826-49BF-B5A0-7FE6157EBA95}" type="pres">
      <dgm:prSet presAssocID="{CE069FED-FF2B-44B7-9AD3-BDD6553656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F2E6173-A15C-48A9-8F70-045DE4944AA8}" type="pres">
      <dgm:prSet presAssocID="{CE069FED-FF2B-44B7-9AD3-BDD655365645}" presName="negativeSpace" presStyleCnt="0"/>
      <dgm:spPr/>
    </dgm:pt>
    <dgm:pt modelId="{12DDB4D5-378E-4EF1-9DCF-CA36AB7543D9}" type="pres">
      <dgm:prSet presAssocID="{CE069FED-FF2B-44B7-9AD3-BDD655365645}" presName="childText" presStyleLbl="conFgAcc1" presStyleIdx="0" presStyleCnt="5">
        <dgm:presLayoutVars>
          <dgm:bulletEnabled val="1"/>
        </dgm:presLayoutVars>
      </dgm:prSet>
      <dgm:spPr/>
    </dgm:pt>
    <dgm:pt modelId="{FE2F086C-1C1B-4481-B044-C6B5486B10A2}" type="pres">
      <dgm:prSet presAssocID="{65665956-B62D-48F8-8AC3-AC9ACBC720DA}" presName="spaceBetweenRectangles" presStyleCnt="0"/>
      <dgm:spPr/>
    </dgm:pt>
    <dgm:pt modelId="{0C45CF1A-9671-4461-B5C4-919A0614477B}" type="pres">
      <dgm:prSet presAssocID="{1C7D4DF0-D250-4616-9C50-32828B370CE6}" presName="parentLin" presStyleCnt="0"/>
      <dgm:spPr/>
    </dgm:pt>
    <dgm:pt modelId="{7FD9203E-61EB-458B-99CA-234AEC31B5E9}" type="pres">
      <dgm:prSet presAssocID="{1C7D4DF0-D250-4616-9C50-32828B370CE6}" presName="parentLeftMargin" presStyleLbl="node1" presStyleIdx="0" presStyleCnt="5"/>
      <dgm:spPr/>
    </dgm:pt>
    <dgm:pt modelId="{6A81C2AE-8D47-4B03-BB29-B54DC0F22C7D}" type="pres">
      <dgm:prSet presAssocID="{1C7D4DF0-D250-4616-9C50-32828B370CE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3CD5EFC-AEEC-4709-9624-CD61D420B186}" type="pres">
      <dgm:prSet presAssocID="{1C7D4DF0-D250-4616-9C50-32828B370CE6}" presName="negativeSpace" presStyleCnt="0"/>
      <dgm:spPr/>
    </dgm:pt>
    <dgm:pt modelId="{2FA7D142-FBD9-400B-9348-9380BBB72A74}" type="pres">
      <dgm:prSet presAssocID="{1C7D4DF0-D250-4616-9C50-32828B370CE6}" presName="childText" presStyleLbl="conFgAcc1" presStyleIdx="1" presStyleCnt="5">
        <dgm:presLayoutVars>
          <dgm:bulletEnabled val="1"/>
        </dgm:presLayoutVars>
      </dgm:prSet>
      <dgm:spPr/>
    </dgm:pt>
    <dgm:pt modelId="{1A50014F-BC7F-4CF5-AF7F-66CB8937D4D9}" type="pres">
      <dgm:prSet presAssocID="{02A7879B-E5EC-40BC-BA18-8D6111B9E967}" presName="spaceBetweenRectangles" presStyleCnt="0"/>
      <dgm:spPr/>
    </dgm:pt>
    <dgm:pt modelId="{7CF70F15-45FF-4ACE-93A2-A57BB0AB2114}" type="pres">
      <dgm:prSet presAssocID="{FFB09056-59AD-4033-B6A5-CB629D291643}" presName="parentLin" presStyleCnt="0"/>
      <dgm:spPr/>
    </dgm:pt>
    <dgm:pt modelId="{DBDD94CB-D897-45C6-A140-8899B3C49D7D}" type="pres">
      <dgm:prSet presAssocID="{FFB09056-59AD-4033-B6A5-CB629D291643}" presName="parentLeftMargin" presStyleLbl="node1" presStyleIdx="1" presStyleCnt="5"/>
      <dgm:spPr/>
    </dgm:pt>
    <dgm:pt modelId="{12AEED89-0844-4755-913B-67BEB1D8095A}" type="pres">
      <dgm:prSet presAssocID="{FFB09056-59AD-4033-B6A5-CB629D29164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A72CA17-6ACB-4FF8-8C1B-A96612D3FF56}" type="pres">
      <dgm:prSet presAssocID="{FFB09056-59AD-4033-B6A5-CB629D291643}" presName="negativeSpace" presStyleCnt="0"/>
      <dgm:spPr/>
    </dgm:pt>
    <dgm:pt modelId="{02F335A0-C0A3-4BD7-941E-08A3F0EE8DBD}" type="pres">
      <dgm:prSet presAssocID="{FFB09056-59AD-4033-B6A5-CB629D291643}" presName="childText" presStyleLbl="conFgAcc1" presStyleIdx="2" presStyleCnt="5">
        <dgm:presLayoutVars>
          <dgm:bulletEnabled val="1"/>
        </dgm:presLayoutVars>
      </dgm:prSet>
      <dgm:spPr/>
    </dgm:pt>
    <dgm:pt modelId="{5180D642-6D27-4DBF-AD05-297A090D558F}" type="pres">
      <dgm:prSet presAssocID="{9BB44553-C4CF-4E20-9911-97249B142C81}" presName="spaceBetweenRectangles" presStyleCnt="0"/>
      <dgm:spPr/>
    </dgm:pt>
    <dgm:pt modelId="{0FBB8193-BED3-404D-ACD5-1092F0A4FA22}" type="pres">
      <dgm:prSet presAssocID="{D0835579-AFB7-4BEC-93E7-7A4ED5B87A63}" presName="parentLin" presStyleCnt="0"/>
      <dgm:spPr/>
    </dgm:pt>
    <dgm:pt modelId="{EF7F1A4D-6298-4A4F-9EE3-21890D50F478}" type="pres">
      <dgm:prSet presAssocID="{D0835579-AFB7-4BEC-93E7-7A4ED5B87A63}" presName="parentLeftMargin" presStyleLbl="node1" presStyleIdx="2" presStyleCnt="5"/>
      <dgm:spPr/>
    </dgm:pt>
    <dgm:pt modelId="{A2A7B66F-5F0D-4334-9DFD-C741A1BF04F3}" type="pres">
      <dgm:prSet presAssocID="{D0835579-AFB7-4BEC-93E7-7A4ED5B87A6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CA7A284-083F-4B07-8715-A4882DE3E64E}" type="pres">
      <dgm:prSet presAssocID="{D0835579-AFB7-4BEC-93E7-7A4ED5B87A63}" presName="negativeSpace" presStyleCnt="0"/>
      <dgm:spPr/>
    </dgm:pt>
    <dgm:pt modelId="{82B352D1-B682-4B64-9F4D-CCC0731373AB}" type="pres">
      <dgm:prSet presAssocID="{D0835579-AFB7-4BEC-93E7-7A4ED5B87A63}" presName="childText" presStyleLbl="conFgAcc1" presStyleIdx="3" presStyleCnt="5">
        <dgm:presLayoutVars>
          <dgm:bulletEnabled val="1"/>
        </dgm:presLayoutVars>
      </dgm:prSet>
      <dgm:spPr/>
    </dgm:pt>
    <dgm:pt modelId="{66E93247-D652-4417-B190-094BA45C7AEF}" type="pres">
      <dgm:prSet presAssocID="{E3DAEBE6-1F58-43C7-944D-DC26909D3146}" presName="spaceBetweenRectangles" presStyleCnt="0"/>
      <dgm:spPr/>
    </dgm:pt>
    <dgm:pt modelId="{96240C91-8FAE-4543-A4FB-6CB6E33D82B6}" type="pres">
      <dgm:prSet presAssocID="{D0AF792B-83DB-472D-B4C3-A9C0A118C057}" presName="parentLin" presStyleCnt="0"/>
      <dgm:spPr/>
    </dgm:pt>
    <dgm:pt modelId="{0A0CB37F-9C37-41A1-B3F9-C7FFD8AFF1E1}" type="pres">
      <dgm:prSet presAssocID="{D0AF792B-83DB-472D-B4C3-A9C0A118C057}" presName="parentLeftMargin" presStyleLbl="node1" presStyleIdx="3" presStyleCnt="5"/>
      <dgm:spPr/>
    </dgm:pt>
    <dgm:pt modelId="{167B4268-F0B0-431A-B3B5-3E3E3C7ECEBC}" type="pres">
      <dgm:prSet presAssocID="{D0AF792B-83DB-472D-B4C3-A9C0A118C05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DAAD578-8634-4360-B090-382D092B10B0}" type="pres">
      <dgm:prSet presAssocID="{D0AF792B-83DB-472D-B4C3-A9C0A118C057}" presName="negativeSpace" presStyleCnt="0"/>
      <dgm:spPr/>
    </dgm:pt>
    <dgm:pt modelId="{196FD74D-A050-4032-836F-DC6986850BAD}" type="pres">
      <dgm:prSet presAssocID="{D0AF792B-83DB-472D-B4C3-A9C0A118C05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A763B09-789A-4C30-8A7B-A251735DFDEE}" type="presOf" srcId="{CE069FED-FF2B-44B7-9AD3-BDD655365645}" destId="{5284F442-C826-49BF-B5A0-7FE6157EBA95}" srcOrd="1" destOrd="0" presId="urn:microsoft.com/office/officeart/2005/8/layout/list1"/>
    <dgm:cxn modelId="{AF14720A-6C4A-4849-8F66-ED1D7D34FB7A}" type="presOf" srcId="{FD4441AD-34E8-40D3-9666-368072F84600}" destId="{2179EDA3-19DA-41BB-AE5F-A7CFF66CAADC}" srcOrd="0" destOrd="0" presId="urn:microsoft.com/office/officeart/2005/8/layout/list1"/>
    <dgm:cxn modelId="{7047CA0E-AE87-404B-9C1C-B572D1B6F9CA}" type="presOf" srcId="{FFB09056-59AD-4033-B6A5-CB629D291643}" destId="{12AEED89-0844-4755-913B-67BEB1D8095A}" srcOrd="1" destOrd="0" presId="urn:microsoft.com/office/officeart/2005/8/layout/list1"/>
    <dgm:cxn modelId="{416EFB12-AD16-4981-9305-7E3CA537ECDC}" srcId="{FD4441AD-34E8-40D3-9666-368072F84600}" destId="{1C7D4DF0-D250-4616-9C50-32828B370CE6}" srcOrd="1" destOrd="0" parTransId="{EDE9A7BC-CF36-4B98-AFED-3B38E70A0EDD}" sibTransId="{02A7879B-E5EC-40BC-BA18-8D6111B9E967}"/>
    <dgm:cxn modelId="{A984DC24-63A5-416A-AA8A-96DB89CA4E15}" type="presOf" srcId="{D0835579-AFB7-4BEC-93E7-7A4ED5B87A63}" destId="{A2A7B66F-5F0D-4334-9DFD-C741A1BF04F3}" srcOrd="1" destOrd="0" presId="urn:microsoft.com/office/officeart/2005/8/layout/list1"/>
    <dgm:cxn modelId="{7232932A-34D3-4B43-8C7D-82C40B9C10F3}" type="presOf" srcId="{FFB09056-59AD-4033-B6A5-CB629D291643}" destId="{DBDD94CB-D897-45C6-A140-8899B3C49D7D}" srcOrd="0" destOrd="0" presId="urn:microsoft.com/office/officeart/2005/8/layout/list1"/>
    <dgm:cxn modelId="{CFA64B37-A905-4776-AE41-0397DA1703DA}" srcId="{FD4441AD-34E8-40D3-9666-368072F84600}" destId="{D0AF792B-83DB-472D-B4C3-A9C0A118C057}" srcOrd="4" destOrd="0" parTransId="{92AC1927-3751-4D59-8B16-2A4BD4334B1D}" sibTransId="{BB000C89-D665-482A-B9A7-5CE8374F7053}"/>
    <dgm:cxn modelId="{C7758F49-B4EC-4038-A459-378E243AB39E}" srcId="{FD4441AD-34E8-40D3-9666-368072F84600}" destId="{FFB09056-59AD-4033-B6A5-CB629D291643}" srcOrd="2" destOrd="0" parTransId="{41CEE24B-46EB-43FD-8B5C-008068103DDD}" sibTransId="{9BB44553-C4CF-4E20-9911-97249B142C81}"/>
    <dgm:cxn modelId="{25B29F94-AB5B-419B-B103-2716DD1E571B}" type="presOf" srcId="{CE069FED-FF2B-44B7-9AD3-BDD655365645}" destId="{27C460F5-82D1-432B-A942-0B5E93BC74F2}" srcOrd="0" destOrd="0" presId="urn:microsoft.com/office/officeart/2005/8/layout/list1"/>
    <dgm:cxn modelId="{49413C9B-07E4-49B7-9308-A57BF26C7DFF}" type="presOf" srcId="{D0835579-AFB7-4BEC-93E7-7A4ED5B87A63}" destId="{EF7F1A4D-6298-4A4F-9EE3-21890D50F478}" srcOrd="0" destOrd="0" presId="urn:microsoft.com/office/officeart/2005/8/layout/list1"/>
    <dgm:cxn modelId="{7D4EEA9F-D08D-42C2-A6DB-69F9E26A595B}" type="presOf" srcId="{1C7D4DF0-D250-4616-9C50-32828B370CE6}" destId="{6A81C2AE-8D47-4B03-BB29-B54DC0F22C7D}" srcOrd="1" destOrd="0" presId="urn:microsoft.com/office/officeart/2005/8/layout/list1"/>
    <dgm:cxn modelId="{64AA6BB6-954C-45AD-9709-D98999579515}" srcId="{FD4441AD-34E8-40D3-9666-368072F84600}" destId="{CE069FED-FF2B-44B7-9AD3-BDD655365645}" srcOrd="0" destOrd="0" parTransId="{57F87B4A-0089-435B-B855-1AFB3B1FF473}" sibTransId="{65665956-B62D-48F8-8AC3-AC9ACBC720DA}"/>
    <dgm:cxn modelId="{E75AE6C6-6F30-4F80-AF70-10A3A3017044}" type="presOf" srcId="{D0AF792B-83DB-472D-B4C3-A9C0A118C057}" destId="{0A0CB37F-9C37-41A1-B3F9-C7FFD8AFF1E1}" srcOrd="0" destOrd="0" presId="urn:microsoft.com/office/officeart/2005/8/layout/list1"/>
    <dgm:cxn modelId="{3CD2EFC7-3670-4AC8-ABDA-BA707E448951}" type="presOf" srcId="{D0AF792B-83DB-472D-B4C3-A9C0A118C057}" destId="{167B4268-F0B0-431A-B3B5-3E3E3C7ECEBC}" srcOrd="1" destOrd="0" presId="urn:microsoft.com/office/officeart/2005/8/layout/list1"/>
    <dgm:cxn modelId="{31166CC8-9959-4D61-A828-BF2669CE285C}" srcId="{FD4441AD-34E8-40D3-9666-368072F84600}" destId="{D0835579-AFB7-4BEC-93E7-7A4ED5B87A63}" srcOrd="3" destOrd="0" parTransId="{CF584F0F-C6BD-4B65-BC2A-16AC65CBFE84}" sibTransId="{E3DAEBE6-1F58-43C7-944D-DC26909D3146}"/>
    <dgm:cxn modelId="{3DAD45D0-5FDA-4DE9-B663-8B7D6128B481}" type="presOf" srcId="{1C7D4DF0-D250-4616-9C50-32828B370CE6}" destId="{7FD9203E-61EB-458B-99CA-234AEC31B5E9}" srcOrd="0" destOrd="0" presId="urn:microsoft.com/office/officeart/2005/8/layout/list1"/>
    <dgm:cxn modelId="{753AF5DA-348A-482D-81E8-28C278604957}" type="presParOf" srcId="{2179EDA3-19DA-41BB-AE5F-A7CFF66CAADC}" destId="{7930C34D-77DE-465A-B8EB-A195E12C2AE3}" srcOrd="0" destOrd="0" presId="urn:microsoft.com/office/officeart/2005/8/layout/list1"/>
    <dgm:cxn modelId="{ED9B43FD-3B43-4952-85AC-1783E18DB154}" type="presParOf" srcId="{7930C34D-77DE-465A-B8EB-A195E12C2AE3}" destId="{27C460F5-82D1-432B-A942-0B5E93BC74F2}" srcOrd="0" destOrd="0" presId="urn:microsoft.com/office/officeart/2005/8/layout/list1"/>
    <dgm:cxn modelId="{71C2DE1A-5031-4C99-BA68-6441A412445F}" type="presParOf" srcId="{7930C34D-77DE-465A-B8EB-A195E12C2AE3}" destId="{5284F442-C826-49BF-B5A0-7FE6157EBA95}" srcOrd="1" destOrd="0" presId="urn:microsoft.com/office/officeart/2005/8/layout/list1"/>
    <dgm:cxn modelId="{7A0424B6-8D9E-4E7E-A9B4-16186DC70160}" type="presParOf" srcId="{2179EDA3-19DA-41BB-AE5F-A7CFF66CAADC}" destId="{3F2E6173-A15C-48A9-8F70-045DE4944AA8}" srcOrd="1" destOrd="0" presId="urn:microsoft.com/office/officeart/2005/8/layout/list1"/>
    <dgm:cxn modelId="{FC31108B-48F2-44B6-AA1A-08FA42F85025}" type="presParOf" srcId="{2179EDA3-19DA-41BB-AE5F-A7CFF66CAADC}" destId="{12DDB4D5-378E-4EF1-9DCF-CA36AB7543D9}" srcOrd="2" destOrd="0" presId="urn:microsoft.com/office/officeart/2005/8/layout/list1"/>
    <dgm:cxn modelId="{41C3B770-E4D3-4980-B9ED-5FBBA500905F}" type="presParOf" srcId="{2179EDA3-19DA-41BB-AE5F-A7CFF66CAADC}" destId="{FE2F086C-1C1B-4481-B044-C6B5486B10A2}" srcOrd="3" destOrd="0" presId="urn:microsoft.com/office/officeart/2005/8/layout/list1"/>
    <dgm:cxn modelId="{672A019D-D8A7-4D86-9EFE-A761AA454EE2}" type="presParOf" srcId="{2179EDA3-19DA-41BB-AE5F-A7CFF66CAADC}" destId="{0C45CF1A-9671-4461-B5C4-919A0614477B}" srcOrd="4" destOrd="0" presId="urn:microsoft.com/office/officeart/2005/8/layout/list1"/>
    <dgm:cxn modelId="{859A6BE5-CDAD-4A95-A8F2-A0D8AD21FBFB}" type="presParOf" srcId="{0C45CF1A-9671-4461-B5C4-919A0614477B}" destId="{7FD9203E-61EB-458B-99CA-234AEC31B5E9}" srcOrd="0" destOrd="0" presId="urn:microsoft.com/office/officeart/2005/8/layout/list1"/>
    <dgm:cxn modelId="{4DF21198-7141-4799-BB75-AD7408EAF77A}" type="presParOf" srcId="{0C45CF1A-9671-4461-B5C4-919A0614477B}" destId="{6A81C2AE-8D47-4B03-BB29-B54DC0F22C7D}" srcOrd="1" destOrd="0" presId="urn:microsoft.com/office/officeart/2005/8/layout/list1"/>
    <dgm:cxn modelId="{225D8A6C-2480-4EDB-8AD4-56278743E744}" type="presParOf" srcId="{2179EDA3-19DA-41BB-AE5F-A7CFF66CAADC}" destId="{03CD5EFC-AEEC-4709-9624-CD61D420B186}" srcOrd="5" destOrd="0" presId="urn:microsoft.com/office/officeart/2005/8/layout/list1"/>
    <dgm:cxn modelId="{9CC418D8-B7CC-46B7-88CC-2C2F95D1CD7A}" type="presParOf" srcId="{2179EDA3-19DA-41BB-AE5F-A7CFF66CAADC}" destId="{2FA7D142-FBD9-400B-9348-9380BBB72A74}" srcOrd="6" destOrd="0" presId="urn:microsoft.com/office/officeart/2005/8/layout/list1"/>
    <dgm:cxn modelId="{74752BF5-9C75-41E8-9D61-F3AFAA546928}" type="presParOf" srcId="{2179EDA3-19DA-41BB-AE5F-A7CFF66CAADC}" destId="{1A50014F-BC7F-4CF5-AF7F-66CB8937D4D9}" srcOrd="7" destOrd="0" presId="urn:microsoft.com/office/officeart/2005/8/layout/list1"/>
    <dgm:cxn modelId="{C405BF8E-84C9-4839-9534-F6D2FACA724A}" type="presParOf" srcId="{2179EDA3-19DA-41BB-AE5F-A7CFF66CAADC}" destId="{7CF70F15-45FF-4ACE-93A2-A57BB0AB2114}" srcOrd="8" destOrd="0" presId="urn:microsoft.com/office/officeart/2005/8/layout/list1"/>
    <dgm:cxn modelId="{BB6591FC-4140-446A-9FC8-F432E21E8CC0}" type="presParOf" srcId="{7CF70F15-45FF-4ACE-93A2-A57BB0AB2114}" destId="{DBDD94CB-D897-45C6-A140-8899B3C49D7D}" srcOrd="0" destOrd="0" presId="urn:microsoft.com/office/officeart/2005/8/layout/list1"/>
    <dgm:cxn modelId="{2CF93982-AEC1-4A5B-A3DF-CBC21491EDD7}" type="presParOf" srcId="{7CF70F15-45FF-4ACE-93A2-A57BB0AB2114}" destId="{12AEED89-0844-4755-913B-67BEB1D8095A}" srcOrd="1" destOrd="0" presId="urn:microsoft.com/office/officeart/2005/8/layout/list1"/>
    <dgm:cxn modelId="{252F277B-A8D8-4E82-A2A2-656AB3D78BA8}" type="presParOf" srcId="{2179EDA3-19DA-41BB-AE5F-A7CFF66CAADC}" destId="{AA72CA17-6ACB-4FF8-8C1B-A96612D3FF56}" srcOrd="9" destOrd="0" presId="urn:microsoft.com/office/officeart/2005/8/layout/list1"/>
    <dgm:cxn modelId="{97868A34-188B-433A-9611-B63E027920FA}" type="presParOf" srcId="{2179EDA3-19DA-41BB-AE5F-A7CFF66CAADC}" destId="{02F335A0-C0A3-4BD7-941E-08A3F0EE8DBD}" srcOrd="10" destOrd="0" presId="urn:microsoft.com/office/officeart/2005/8/layout/list1"/>
    <dgm:cxn modelId="{57A7A457-C718-4F9B-A333-58B4F835CE97}" type="presParOf" srcId="{2179EDA3-19DA-41BB-AE5F-A7CFF66CAADC}" destId="{5180D642-6D27-4DBF-AD05-297A090D558F}" srcOrd="11" destOrd="0" presId="urn:microsoft.com/office/officeart/2005/8/layout/list1"/>
    <dgm:cxn modelId="{26DA9277-22C2-4D85-A4BD-6367944F8515}" type="presParOf" srcId="{2179EDA3-19DA-41BB-AE5F-A7CFF66CAADC}" destId="{0FBB8193-BED3-404D-ACD5-1092F0A4FA22}" srcOrd="12" destOrd="0" presId="urn:microsoft.com/office/officeart/2005/8/layout/list1"/>
    <dgm:cxn modelId="{00705196-98C1-4044-B462-E626B91215D9}" type="presParOf" srcId="{0FBB8193-BED3-404D-ACD5-1092F0A4FA22}" destId="{EF7F1A4D-6298-4A4F-9EE3-21890D50F478}" srcOrd="0" destOrd="0" presId="urn:microsoft.com/office/officeart/2005/8/layout/list1"/>
    <dgm:cxn modelId="{5E9F5C41-A4E4-43C7-A239-AD1520F07655}" type="presParOf" srcId="{0FBB8193-BED3-404D-ACD5-1092F0A4FA22}" destId="{A2A7B66F-5F0D-4334-9DFD-C741A1BF04F3}" srcOrd="1" destOrd="0" presId="urn:microsoft.com/office/officeart/2005/8/layout/list1"/>
    <dgm:cxn modelId="{CC087D7A-6463-45E0-B417-53F3D2263AA3}" type="presParOf" srcId="{2179EDA3-19DA-41BB-AE5F-A7CFF66CAADC}" destId="{DCA7A284-083F-4B07-8715-A4882DE3E64E}" srcOrd="13" destOrd="0" presId="urn:microsoft.com/office/officeart/2005/8/layout/list1"/>
    <dgm:cxn modelId="{41DEDBDC-F8EC-43CF-90F8-A80B69CB83B7}" type="presParOf" srcId="{2179EDA3-19DA-41BB-AE5F-A7CFF66CAADC}" destId="{82B352D1-B682-4B64-9F4D-CCC0731373AB}" srcOrd="14" destOrd="0" presId="urn:microsoft.com/office/officeart/2005/8/layout/list1"/>
    <dgm:cxn modelId="{0F159D94-E719-4A8B-A4A0-3EE5BDE3A965}" type="presParOf" srcId="{2179EDA3-19DA-41BB-AE5F-A7CFF66CAADC}" destId="{66E93247-D652-4417-B190-094BA45C7AEF}" srcOrd="15" destOrd="0" presId="urn:microsoft.com/office/officeart/2005/8/layout/list1"/>
    <dgm:cxn modelId="{53F92702-F98C-4CD2-94B4-8D00A03F6A29}" type="presParOf" srcId="{2179EDA3-19DA-41BB-AE5F-A7CFF66CAADC}" destId="{96240C91-8FAE-4543-A4FB-6CB6E33D82B6}" srcOrd="16" destOrd="0" presId="urn:microsoft.com/office/officeart/2005/8/layout/list1"/>
    <dgm:cxn modelId="{C589395C-582F-499B-BE07-9B5C96A27790}" type="presParOf" srcId="{96240C91-8FAE-4543-A4FB-6CB6E33D82B6}" destId="{0A0CB37F-9C37-41A1-B3F9-C7FFD8AFF1E1}" srcOrd="0" destOrd="0" presId="urn:microsoft.com/office/officeart/2005/8/layout/list1"/>
    <dgm:cxn modelId="{088B3B44-3F8C-4969-B3F8-8520E55D06EA}" type="presParOf" srcId="{96240C91-8FAE-4543-A4FB-6CB6E33D82B6}" destId="{167B4268-F0B0-431A-B3B5-3E3E3C7ECEBC}" srcOrd="1" destOrd="0" presId="urn:microsoft.com/office/officeart/2005/8/layout/list1"/>
    <dgm:cxn modelId="{A4799383-F5EE-47C5-B8D5-726050773742}" type="presParOf" srcId="{2179EDA3-19DA-41BB-AE5F-A7CFF66CAADC}" destId="{CDAAD578-8634-4360-B090-382D092B10B0}" srcOrd="17" destOrd="0" presId="urn:microsoft.com/office/officeart/2005/8/layout/list1"/>
    <dgm:cxn modelId="{0B899799-9477-4085-9E38-B3678D42722C}" type="presParOf" srcId="{2179EDA3-19DA-41BB-AE5F-A7CFF66CAADC}" destId="{196FD74D-A050-4032-836F-DC6986850BAD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BD218DA-A699-414D-B7BE-5B470E3AA3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01809AD-9833-4A30-8ED7-D48189722003}">
      <dgm:prSet/>
      <dgm:spPr/>
      <dgm:t>
        <a:bodyPr/>
        <a:lstStyle/>
        <a:p>
          <a:r>
            <a:rPr lang="en-US" b="0" i="0" baseline="0"/>
            <a:t>Successfully scraped city weather data </a:t>
          </a:r>
          <a:endParaRPr lang="en-US"/>
        </a:p>
      </dgm:t>
    </dgm:pt>
    <dgm:pt modelId="{4A7C0615-E9A3-4170-9393-DE372EB71941}" type="parTrans" cxnId="{E45150B9-D78D-4AA6-A55E-500DA9B398B9}">
      <dgm:prSet/>
      <dgm:spPr/>
      <dgm:t>
        <a:bodyPr/>
        <a:lstStyle/>
        <a:p>
          <a:endParaRPr lang="en-US"/>
        </a:p>
      </dgm:t>
    </dgm:pt>
    <dgm:pt modelId="{C0846763-90CA-4C0C-9A29-C9509BB8666D}" type="sibTrans" cxnId="{E45150B9-D78D-4AA6-A55E-500DA9B398B9}">
      <dgm:prSet/>
      <dgm:spPr/>
      <dgm:t>
        <a:bodyPr/>
        <a:lstStyle/>
        <a:p>
          <a:endParaRPr lang="en-US"/>
        </a:p>
      </dgm:t>
    </dgm:pt>
    <dgm:pt modelId="{C3675316-A468-473F-97B3-BC213AEC9CBE}">
      <dgm:prSet/>
      <dgm:spPr/>
      <dgm:t>
        <a:bodyPr/>
        <a:lstStyle/>
        <a:p>
          <a:r>
            <a:rPr lang="en-US" b="0" i="0" baseline="0"/>
            <a:t>Example: </a:t>
          </a:r>
          <a:endParaRPr lang="en-US"/>
        </a:p>
      </dgm:t>
    </dgm:pt>
    <dgm:pt modelId="{115173C8-0D5D-4E14-BE86-270893B8DACE}" type="parTrans" cxnId="{83BCBF4E-F53D-4027-A063-D5BEB9480540}">
      <dgm:prSet/>
      <dgm:spPr/>
      <dgm:t>
        <a:bodyPr/>
        <a:lstStyle/>
        <a:p>
          <a:endParaRPr lang="en-US"/>
        </a:p>
      </dgm:t>
    </dgm:pt>
    <dgm:pt modelId="{CF07B416-C262-4D2A-ADE0-28390B2EB324}" type="sibTrans" cxnId="{83BCBF4E-F53D-4027-A063-D5BEB9480540}">
      <dgm:prSet/>
      <dgm:spPr/>
      <dgm:t>
        <a:bodyPr/>
        <a:lstStyle/>
        <a:p>
          <a:endParaRPr lang="en-US"/>
        </a:p>
      </dgm:t>
    </dgm:pt>
    <dgm:pt modelId="{9C28B335-23BE-4AB4-B203-B51EF181B643}">
      <dgm:prSet/>
      <dgm:spPr/>
      <dgm:t>
        <a:bodyPr/>
        <a:lstStyle/>
        <a:p>
          <a:r>
            <a:rPr lang="en-US" b="0" i="0" baseline="0"/>
            <a:t>Temperature: 31°C </a:t>
          </a:r>
          <a:endParaRPr lang="en-US"/>
        </a:p>
      </dgm:t>
    </dgm:pt>
    <dgm:pt modelId="{FEDA9488-EA1D-43B1-8558-50E15E6B959C}" type="parTrans" cxnId="{95B7E124-3BF1-4F68-AD88-7E48D980E565}">
      <dgm:prSet/>
      <dgm:spPr/>
      <dgm:t>
        <a:bodyPr/>
        <a:lstStyle/>
        <a:p>
          <a:endParaRPr lang="en-US"/>
        </a:p>
      </dgm:t>
    </dgm:pt>
    <dgm:pt modelId="{ED8BA456-3DF5-4EF6-8625-DCC4CC7E1182}" type="sibTrans" cxnId="{95B7E124-3BF1-4F68-AD88-7E48D980E565}">
      <dgm:prSet/>
      <dgm:spPr/>
      <dgm:t>
        <a:bodyPr/>
        <a:lstStyle/>
        <a:p>
          <a:endParaRPr lang="en-US"/>
        </a:p>
      </dgm:t>
    </dgm:pt>
    <dgm:pt modelId="{DC7CF6B6-19F5-4CD8-AD76-2FF4221D75B0}">
      <dgm:prSet/>
      <dgm:spPr/>
      <dgm:t>
        <a:bodyPr/>
        <a:lstStyle/>
        <a:p>
          <a:r>
            <a:rPr lang="en-US" b="0" i="0" baseline="0"/>
            <a:t>Condition: Overcast </a:t>
          </a:r>
          <a:endParaRPr lang="en-US"/>
        </a:p>
      </dgm:t>
    </dgm:pt>
    <dgm:pt modelId="{9DD47653-81A1-4FB8-B4E1-AA2A7F317697}" type="parTrans" cxnId="{AB740419-D28E-48EE-A45B-91A85950129D}">
      <dgm:prSet/>
      <dgm:spPr/>
      <dgm:t>
        <a:bodyPr/>
        <a:lstStyle/>
        <a:p>
          <a:endParaRPr lang="en-US"/>
        </a:p>
      </dgm:t>
    </dgm:pt>
    <dgm:pt modelId="{86E9CE20-AA44-41A0-850B-E207F4227DF4}" type="sibTrans" cxnId="{AB740419-D28E-48EE-A45B-91A85950129D}">
      <dgm:prSet/>
      <dgm:spPr/>
      <dgm:t>
        <a:bodyPr/>
        <a:lstStyle/>
        <a:p>
          <a:endParaRPr lang="en-US"/>
        </a:p>
      </dgm:t>
    </dgm:pt>
    <dgm:pt modelId="{6C830A33-5C17-44C1-A1A6-4917FE4A875F}">
      <dgm:prSet/>
      <dgm:spPr/>
      <dgm:t>
        <a:bodyPr/>
        <a:lstStyle/>
        <a:p>
          <a:r>
            <a:rPr lang="en-US" b="0" i="0" baseline="0"/>
            <a:t>AQI: 116 </a:t>
          </a:r>
          <a:endParaRPr lang="en-US"/>
        </a:p>
      </dgm:t>
    </dgm:pt>
    <dgm:pt modelId="{ACCCCCC5-D7A7-4AF5-A344-FF2928D154E3}" type="parTrans" cxnId="{A4637D56-225F-403C-9049-DB6AB58A3521}">
      <dgm:prSet/>
      <dgm:spPr/>
      <dgm:t>
        <a:bodyPr/>
        <a:lstStyle/>
        <a:p>
          <a:endParaRPr lang="en-US"/>
        </a:p>
      </dgm:t>
    </dgm:pt>
    <dgm:pt modelId="{4830A103-8F90-403F-80DF-133A8DFA1333}" type="sibTrans" cxnId="{A4637D56-225F-403C-9049-DB6AB58A3521}">
      <dgm:prSet/>
      <dgm:spPr/>
      <dgm:t>
        <a:bodyPr/>
        <a:lstStyle/>
        <a:p>
          <a:endParaRPr lang="en-US"/>
        </a:p>
      </dgm:t>
    </dgm:pt>
    <dgm:pt modelId="{127A9C79-D39D-4B11-8A13-4ACB6072451E}">
      <dgm:prSet/>
      <dgm:spPr/>
      <dgm:t>
        <a:bodyPr/>
        <a:lstStyle/>
        <a:p>
          <a:r>
            <a:rPr lang="en-US" b="0" i="0" baseline="0"/>
            <a:t>Data stored in DB successfully </a:t>
          </a:r>
          <a:endParaRPr lang="en-US"/>
        </a:p>
      </dgm:t>
    </dgm:pt>
    <dgm:pt modelId="{7106425D-882B-45F8-89D3-BBFBAD1BA78C}" type="parTrans" cxnId="{68844094-D838-4D03-AF80-81C1BF9A9274}">
      <dgm:prSet/>
      <dgm:spPr/>
      <dgm:t>
        <a:bodyPr/>
        <a:lstStyle/>
        <a:p>
          <a:endParaRPr lang="en-US"/>
        </a:p>
      </dgm:t>
    </dgm:pt>
    <dgm:pt modelId="{EC2E9B19-E657-4B14-8E63-82C28FDE4455}" type="sibTrans" cxnId="{68844094-D838-4D03-AF80-81C1BF9A9274}">
      <dgm:prSet/>
      <dgm:spPr/>
      <dgm:t>
        <a:bodyPr/>
        <a:lstStyle/>
        <a:p>
          <a:endParaRPr lang="en-US"/>
        </a:p>
      </dgm:t>
    </dgm:pt>
    <dgm:pt modelId="{D614F99D-7DF9-46F7-A417-5AE2FC2E3CE3}" type="pres">
      <dgm:prSet presAssocID="{DBD218DA-A699-414D-B7BE-5B470E3AA348}" presName="root" presStyleCnt="0">
        <dgm:presLayoutVars>
          <dgm:dir/>
          <dgm:resizeHandles val="exact"/>
        </dgm:presLayoutVars>
      </dgm:prSet>
      <dgm:spPr/>
    </dgm:pt>
    <dgm:pt modelId="{F433EE4E-CF0C-4723-9673-706A664309E5}" type="pres">
      <dgm:prSet presAssocID="{901809AD-9833-4A30-8ED7-D48189722003}" presName="compNode" presStyleCnt="0"/>
      <dgm:spPr/>
    </dgm:pt>
    <dgm:pt modelId="{11C5C9D4-B78B-4A4C-A56A-DE29F20999EE}" type="pres">
      <dgm:prSet presAssocID="{901809AD-9833-4A30-8ED7-D48189722003}" presName="bgRect" presStyleLbl="bgShp" presStyleIdx="0" presStyleCnt="6"/>
      <dgm:spPr/>
    </dgm:pt>
    <dgm:pt modelId="{0B8E437D-2BD7-4E62-A531-659DB574AB4D}" type="pres">
      <dgm:prSet presAssocID="{901809AD-9833-4A30-8ED7-D4818972200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4D72E9F8-57F1-4C76-9803-227DB1B63F93}" type="pres">
      <dgm:prSet presAssocID="{901809AD-9833-4A30-8ED7-D48189722003}" presName="spaceRect" presStyleCnt="0"/>
      <dgm:spPr/>
    </dgm:pt>
    <dgm:pt modelId="{E209DC71-EA21-4576-9D59-64479DB07EB0}" type="pres">
      <dgm:prSet presAssocID="{901809AD-9833-4A30-8ED7-D48189722003}" presName="parTx" presStyleLbl="revTx" presStyleIdx="0" presStyleCnt="6">
        <dgm:presLayoutVars>
          <dgm:chMax val="0"/>
          <dgm:chPref val="0"/>
        </dgm:presLayoutVars>
      </dgm:prSet>
      <dgm:spPr/>
    </dgm:pt>
    <dgm:pt modelId="{E6024417-3075-420B-BCD7-7C8DBA06DFAB}" type="pres">
      <dgm:prSet presAssocID="{C0846763-90CA-4C0C-9A29-C9509BB8666D}" presName="sibTrans" presStyleCnt="0"/>
      <dgm:spPr/>
    </dgm:pt>
    <dgm:pt modelId="{EF44E176-26DF-4CCB-9713-AA6B2E1B16EF}" type="pres">
      <dgm:prSet presAssocID="{C3675316-A468-473F-97B3-BC213AEC9CBE}" presName="compNode" presStyleCnt="0"/>
      <dgm:spPr/>
    </dgm:pt>
    <dgm:pt modelId="{38360623-DF14-453C-99E2-D594719F6EC5}" type="pres">
      <dgm:prSet presAssocID="{C3675316-A468-473F-97B3-BC213AEC9CBE}" presName="bgRect" presStyleLbl="bgShp" presStyleIdx="1" presStyleCnt="6"/>
      <dgm:spPr/>
    </dgm:pt>
    <dgm:pt modelId="{170F7D97-F223-4472-B459-080B5A15564E}" type="pres">
      <dgm:prSet presAssocID="{C3675316-A468-473F-97B3-BC213AEC9CB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C432A69-9AAB-4A5D-A9CA-5242B7CDBA3E}" type="pres">
      <dgm:prSet presAssocID="{C3675316-A468-473F-97B3-BC213AEC9CBE}" presName="spaceRect" presStyleCnt="0"/>
      <dgm:spPr/>
    </dgm:pt>
    <dgm:pt modelId="{836E0FDF-C52A-4A59-B767-9EF8F1E06ED3}" type="pres">
      <dgm:prSet presAssocID="{C3675316-A468-473F-97B3-BC213AEC9CBE}" presName="parTx" presStyleLbl="revTx" presStyleIdx="1" presStyleCnt="6">
        <dgm:presLayoutVars>
          <dgm:chMax val="0"/>
          <dgm:chPref val="0"/>
        </dgm:presLayoutVars>
      </dgm:prSet>
      <dgm:spPr/>
    </dgm:pt>
    <dgm:pt modelId="{8524AB7C-CFA8-4258-9B41-467768790D55}" type="pres">
      <dgm:prSet presAssocID="{CF07B416-C262-4D2A-ADE0-28390B2EB324}" presName="sibTrans" presStyleCnt="0"/>
      <dgm:spPr/>
    </dgm:pt>
    <dgm:pt modelId="{50064FBD-6534-4CF6-9F29-E1D933EC9DBA}" type="pres">
      <dgm:prSet presAssocID="{9C28B335-23BE-4AB4-B203-B51EF181B643}" presName="compNode" presStyleCnt="0"/>
      <dgm:spPr/>
    </dgm:pt>
    <dgm:pt modelId="{18103F21-65F8-4574-9CEF-7863837F65E8}" type="pres">
      <dgm:prSet presAssocID="{9C28B335-23BE-4AB4-B203-B51EF181B643}" presName="bgRect" presStyleLbl="bgShp" presStyleIdx="2" presStyleCnt="6"/>
      <dgm:spPr/>
    </dgm:pt>
    <dgm:pt modelId="{D1445287-1835-4933-A496-8183BAEFC632}" type="pres">
      <dgm:prSet presAssocID="{9C28B335-23BE-4AB4-B203-B51EF181B64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35F015B1-CC49-4292-B328-3F024118151C}" type="pres">
      <dgm:prSet presAssocID="{9C28B335-23BE-4AB4-B203-B51EF181B643}" presName="spaceRect" presStyleCnt="0"/>
      <dgm:spPr/>
    </dgm:pt>
    <dgm:pt modelId="{49A5C7DF-F7AB-45EB-9B9D-2E742459461A}" type="pres">
      <dgm:prSet presAssocID="{9C28B335-23BE-4AB4-B203-B51EF181B643}" presName="parTx" presStyleLbl="revTx" presStyleIdx="2" presStyleCnt="6">
        <dgm:presLayoutVars>
          <dgm:chMax val="0"/>
          <dgm:chPref val="0"/>
        </dgm:presLayoutVars>
      </dgm:prSet>
      <dgm:spPr/>
    </dgm:pt>
    <dgm:pt modelId="{D933BC59-09B5-482E-8B8C-D865A47E74D2}" type="pres">
      <dgm:prSet presAssocID="{ED8BA456-3DF5-4EF6-8625-DCC4CC7E1182}" presName="sibTrans" presStyleCnt="0"/>
      <dgm:spPr/>
    </dgm:pt>
    <dgm:pt modelId="{8C1496FF-5994-4390-8CDF-1CB3CFDC2A65}" type="pres">
      <dgm:prSet presAssocID="{DC7CF6B6-19F5-4CD8-AD76-2FF4221D75B0}" presName="compNode" presStyleCnt="0"/>
      <dgm:spPr/>
    </dgm:pt>
    <dgm:pt modelId="{7B7A65DA-E911-4D7E-BB61-3C14ED1DE117}" type="pres">
      <dgm:prSet presAssocID="{DC7CF6B6-19F5-4CD8-AD76-2FF4221D75B0}" presName="bgRect" presStyleLbl="bgShp" presStyleIdx="3" presStyleCnt="6"/>
      <dgm:spPr/>
    </dgm:pt>
    <dgm:pt modelId="{75AFE32C-05F4-4637-BD5C-87A64B5CFE4F}" type="pres">
      <dgm:prSet presAssocID="{DC7CF6B6-19F5-4CD8-AD76-2FF4221D75B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A1DDCB8-4B4D-4998-BCC5-58DE5312C89B}" type="pres">
      <dgm:prSet presAssocID="{DC7CF6B6-19F5-4CD8-AD76-2FF4221D75B0}" presName="spaceRect" presStyleCnt="0"/>
      <dgm:spPr/>
    </dgm:pt>
    <dgm:pt modelId="{0528E116-7227-4BEE-936E-E993C2482DD7}" type="pres">
      <dgm:prSet presAssocID="{DC7CF6B6-19F5-4CD8-AD76-2FF4221D75B0}" presName="parTx" presStyleLbl="revTx" presStyleIdx="3" presStyleCnt="6">
        <dgm:presLayoutVars>
          <dgm:chMax val="0"/>
          <dgm:chPref val="0"/>
        </dgm:presLayoutVars>
      </dgm:prSet>
      <dgm:spPr/>
    </dgm:pt>
    <dgm:pt modelId="{AA53FAB6-5B08-44AC-97B0-911DF4513663}" type="pres">
      <dgm:prSet presAssocID="{86E9CE20-AA44-41A0-850B-E207F4227DF4}" presName="sibTrans" presStyleCnt="0"/>
      <dgm:spPr/>
    </dgm:pt>
    <dgm:pt modelId="{13C232C0-A353-4C72-9A3D-16F4E375E99E}" type="pres">
      <dgm:prSet presAssocID="{6C830A33-5C17-44C1-A1A6-4917FE4A875F}" presName="compNode" presStyleCnt="0"/>
      <dgm:spPr/>
    </dgm:pt>
    <dgm:pt modelId="{5BFACE4A-102D-4800-8A47-6902754ACC87}" type="pres">
      <dgm:prSet presAssocID="{6C830A33-5C17-44C1-A1A6-4917FE4A875F}" presName="bgRect" presStyleLbl="bgShp" presStyleIdx="4" presStyleCnt="6"/>
      <dgm:spPr/>
    </dgm:pt>
    <dgm:pt modelId="{3849D08B-4CBC-4657-AAE6-FB79B420A2A7}" type="pres">
      <dgm:prSet presAssocID="{6C830A33-5C17-44C1-A1A6-4917FE4A875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80A7590-D44B-4179-98A8-BAC215DF6198}" type="pres">
      <dgm:prSet presAssocID="{6C830A33-5C17-44C1-A1A6-4917FE4A875F}" presName="spaceRect" presStyleCnt="0"/>
      <dgm:spPr/>
    </dgm:pt>
    <dgm:pt modelId="{3F9709F7-86DD-421D-A619-E07D5BAAA283}" type="pres">
      <dgm:prSet presAssocID="{6C830A33-5C17-44C1-A1A6-4917FE4A875F}" presName="parTx" presStyleLbl="revTx" presStyleIdx="4" presStyleCnt="6">
        <dgm:presLayoutVars>
          <dgm:chMax val="0"/>
          <dgm:chPref val="0"/>
        </dgm:presLayoutVars>
      </dgm:prSet>
      <dgm:spPr/>
    </dgm:pt>
    <dgm:pt modelId="{52DBF359-82A0-45AF-BCEA-9FE48FD745EE}" type="pres">
      <dgm:prSet presAssocID="{4830A103-8F90-403F-80DF-133A8DFA1333}" presName="sibTrans" presStyleCnt="0"/>
      <dgm:spPr/>
    </dgm:pt>
    <dgm:pt modelId="{32789594-99B4-4256-89B6-9BDA3672C11B}" type="pres">
      <dgm:prSet presAssocID="{127A9C79-D39D-4B11-8A13-4ACB6072451E}" presName="compNode" presStyleCnt="0"/>
      <dgm:spPr/>
    </dgm:pt>
    <dgm:pt modelId="{9D11B8DF-CB06-4E27-B021-09E5F92ED809}" type="pres">
      <dgm:prSet presAssocID="{127A9C79-D39D-4B11-8A13-4ACB6072451E}" presName="bgRect" presStyleLbl="bgShp" presStyleIdx="5" presStyleCnt="6"/>
      <dgm:spPr/>
    </dgm:pt>
    <dgm:pt modelId="{96CD224A-8D2A-4960-94DE-95FFFD4F6BC8}" type="pres">
      <dgm:prSet presAssocID="{127A9C79-D39D-4B11-8A13-4ACB6072451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587938-9FF6-4581-B6E4-6CF1E8A1766A}" type="pres">
      <dgm:prSet presAssocID="{127A9C79-D39D-4B11-8A13-4ACB6072451E}" presName="spaceRect" presStyleCnt="0"/>
      <dgm:spPr/>
    </dgm:pt>
    <dgm:pt modelId="{AAB6D4AB-A571-4CF2-A516-33BD84ADC440}" type="pres">
      <dgm:prSet presAssocID="{127A9C79-D39D-4B11-8A13-4ACB6072451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B740419-D28E-48EE-A45B-91A85950129D}" srcId="{DBD218DA-A699-414D-B7BE-5B470E3AA348}" destId="{DC7CF6B6-19F5-4CD8-AD76-2FF4221D75B0}" srcOrd="3" destOrd="0" parTransId="{9DD47653-81A1-4FB8-B4E1-AA2A7F317697}" sibTransId="{86E9CE20-AA44-41A0-850B-E207F4227DF4}"/>
    <dgm:cxn modelId="{95B7E124-3BF1-4F68-AD88-7E48D980E565}" srcId="{DBD218DA-A699-414D-B7BE-5B470E3AA348}" destId="{9C28B335-23BE-4AB4-B203-B51EF181B643}" srcOrd="2" destOrd="0" parTransId="{FEDA9488-EA1D-43B1-8558-50E15E6B959C}" sibTransId="{ED8BA456-3DF5-4EF6-8625-DCC4CC7E1182}"/>
    <dgm:cxn modelId="{99C02360-ABE6-4AA3-9C4C-61944EF59416}" type="presOf" srcId="{9C28B335-23BE-4AB4-B203-B51EF181B643}" destId="{49A5C7DF-F7AB-45EB-9B9D-2E742459461A}" srcOrd="0" destOrd="0" presId="urn:microsoft.com/office/officeart/2018/2/layout/IconVerticalSolidList"/>
    <dgm:cxn modelId="{4B66C663-C2FB-4C1B-8E9D-670781E2B48F}" type="presOf" srcId="{DBD218DA-A699-414D-B7BE-5B470E3AA348}" destId="{D614F99D-7DF9-46F7-A417-5AE2FC2E3CE3}" srcOrd="0" destOrd="0" presId="urn:microsoft.com/office/officeart/2018/2/layout/IconVerticalSolidList"/>
    <dgm:cxn modelId="{83BCBF4E-F53D-4027-A063-D5BEB9480540}" srcId="{DBD218DA-A699-414D-B7BE-5B470E3AA348}" destId="{C3675316-A468-473F-97B3-BC213AEC9CBE}" srcOrd="1" destOrd="0" parTransId="{115173C8-0D5D-4E14-BE86-270893B8DACE}" sibTransId="{CF07B416-C262-4D2A-ADE0-28390B2EB324}"/>
    <dgm:cxn modelId="{A4637D56-225F-403C-9049-DB6AB58A3521}" srcId="{DBD218DA-A699-414D-B7BE-5B470E3AA348}" destId="{6C830A33-5C17-44C1-A1A6-4917FE4A875F}" srcOrd="4" destOrd="0" parTransId="{ACCCCCC5-D7A7-4AF5-A344-FF2928D154E3}" sibTransId="{4830A103-8F90-403F-80DF-133A8DFA1333}"/>
    <dgm:cxn modelId="{DBA2617C-8884-472B-8AF3-031DBEC58C98}" type="presOf" srcId="{C3675316-A468-473F-97B3-BC213AEC9CBE}" destId="{836E0FDF-C52A-4A59-B767-9EF8F1E06ED3}" srcOrd="0" destOrd="0" presId="urn:microsoft.com/office/officeart/2018/2/layout/IconVerticalSolidList"/>
    <dgm:cxn modelId="{68844094-D838-4D03-AF80-81C1BF9A9274}" srcId="{DBD218DA-A699-414D-B7BE-5B470E3AA348}" destId="{127A9C79-D39D-4B11-8A13-4ACB6072451E}" srcOrd="5" destOrd="0" parTransId="{7106425D-882B-45F8-89D3-BBFBAD1BA78C}" sibTransId="{EC2E9B19-E657-4B14-8E63-82C28FDE4455}"/>
    <dgm:cxn modelId="{F0481E99-FDC7-478F-8F2B-D09FA894F88C}" type="presOf" srcId="{127A9C79-D39D-4B11-8A13-4ACB6072451E}" destId="{AAB6D4AB-A571-4CF2-A516-33BD84ADC440}" srcOrd="0" destOrd="0" presId="urn:microsoft.com/office/officeart/2018/2/layout/IconVerticalSolidList"/>
    <dgm:cxn modelId="{1D5A4BAE-A645-4A75-9D90-1462959AEDD9}" type="presOf" srcId="{DC7CF6B6-19F5-4CD8-AD76-2FF4221D75B0}" destId="{0528E116-7227-4BEE-936E-E993C2482DD7}" srcOrd="0" destOrd="0" presId="urn:microsoft.com/office/officeart/2018/2/layout/IconVerticalSolidList"/>
    <dgm:cxn modelId="{988783B6-4B3E-4833-B748-C72812ED8DFF}" type="presOf" srcId="{6C830A33-5C17-44C1-A1A6-4917FE4A875F}" destId="{3F9709F7-86DD-421D-A619-E07D5BAAA283}" srcOrd="0" destOrd="0" presId="urn:microsoft.com/office/officeart/2018/2/layout/IconVerticalSolidList"/>
    <dgm:cxn modelId="{E45150B9-D78D-4AA6-A55E-500DA9B398B9}" srcId="{DBD218DA-A699-414D-B7BE-5B470E3AA348}" destId="{901809AD-9833-4A30-8ED7-D48189722003}" srcOrd="0" destOrd="0" parTransId="{4A7C0615-E9A3-4170-9393-DE372EB71941}" sibTransId="{C0846763-90CA-4C0C-9A29-C9509BB8666D}"/>
    <dgm:cxn modelId="{F3DBF8F0-46B6-42F3-90B8-0BDC1649D21A}" type="presOf" srcId="{901809AD-9833-4A30-8ED7-D48189722003}" destId="{E209DC71-EA21-4576-9D59-64479DB07EB0}" srcOrd="0" destOrd="0" presId="urn:microsoft.com/office/officeart/2018/2/layout/IconVerticalSolidList"/>
    <dgm:cxn modelId="{056B0925-0274-4858-B1FD-A0D963284AB2}" type="presParOf" srcId="{D614F99D-7DF9-46F7-A417-5AE2FC2E3CE3}" destId="{F433EE4E-CF0C-4723-9673-706A664309E5}" srcOrd="0" destOrd="0" presId="urn:microsoft.com/office/officeart/2018/2/layout/IconVerticalSolidList"/>
    <dgm:cxn modelId="{A056460F-055F-45FE-9E3F-2A0640E16934}" type="presParOf" srcId="{F433EE4E-CF0C-4723-9673-706A664309E5}" destId="{11C5C9D4-B78B-4A4C-A56A-DE29F20999EE}" srcOrd="0" destOrd="0" presId="urn:microsoft.com/office/officeart/2018/2/layout/IconVerticalSolidList"/>
    <dgm:cxn modelId="{E2339BB0-DABC-4465-AF62-CEE22F5DC160}" type="presParOf" srcId="{F433EE4E-CF0C-4723-9673-706A664309E5}" destId="{0B8E437D-2BD7-4E62-A531-659DB574AB4D}" srcOrd="1" destOrd="0" presId="urn:microsoft.com/office/officeart/2018/2/layout/IconVerticalSolidList"/>
    <dgm:cxn modelId="{87E7611B-BCC9-42D8-A8FC-A8EAA910828C}" type="presParOf" srcId="{F433EE4E-CF0C-4723-9673-706A664309E5}" destId="{4D72E9F8-57F1-4C76-9803-227DB1B63F93}" srcOrd="2" destOrd="0" presId="urn:microsoft.com/office/officeart/2018/2/layout/IconVerticalSolidList"/>
    <dgm:cxn modelId="{5FD5E3F4-313E-4DA8-B8D9-794FE0820420}" type="presParOf" srcId="{F433EE4E-CF0C-4723-9673-706A664309E5}" destId="{E209DC71-EA21-4576-9D59-64479DB07EB0}" srcOrd="3" destOrd="0" presId="urn:microsoft.com/office/officeart/2018/2/layout/IconVerticalSolidList"/>
    <dgm:cxn modelId="{58973199-A60E-48E1-8002-CC096FF8A1B1}" type="presParOf" srcId="{D614F99D-7DF9-46F7-A417-5AE2FC2E3CE3}" destId="{E6024417-3075-420B-BCD7-7C8DBA06DFAB}" srcOrd="1" destOrd="0" presId="urn:microsoft.com/office/officeart/2018/2/layout/IconVerticalSolidList"/>
    <dgm:cxn modelId="{D5CAA0F4-A6AE-4744-B908-8AB866CA302E}" type="presParOf" srcId="{D614F99D-7DF9-46F7-A417-5AE2FC2E3CE3}" destId="{EF44E176-26DF-4CCB-9713-AA6B2E1B16EF}" srcOrd="2" destOrd="0" presId="urn:microsoft.com/office/officeart/2018/2/layout/IconVerticalSolidList"/>
    <dgm:cxn modelId="{1032AFCE-42BC-4ECB-B510-D9E6F882C54B}" type="presParOf" srcId="{EF44E176-26DF-4CCB-9713-AA6B2E1B16EF}" destId="{38360623-DF14-453C-99E2-D594719F6EC5}" srcOrd="0" destOrd="0" presId="urn:microsoft.com/office/officeart/2018/2/layout/IconVerticalSolidList"/>
    <dgm:cxn modelId="{0787F0D5-1812-4B01-88B0-46E2906DC7AC}" type="presParOf" srcId="{EF44E176-26DF-4CCB-9713-AA6B2E1B16EF}" destId="{170F7D97-F223-4472-B459-080B5A15564E}" srcOrd="1" destOrd="0" presId="urn:microsoft.com/office/officeart/2018/2/layout/IconVerticalSolidList"/>
    <dgm:cxn modelId="{9277EFC2-11E5-405B-9122-5CADC4450DD3}" type="presParOf" srcId="{EF44E176-26DF-4CCB-9713-AA6B2E1B16EF}" destId="{1C432A69-9AAB-4A5D-A9CA-5242B7CDBA3E}" srcOrd="2" destOrd="0" presId="urn:microsoft.com/office/officeart/2018/2/layout/IconVerticalSolidList"/>
    <dgm:cxn modelId="{18B8429F-E530-47B5-8307-6A94E624EF43}" type="presParOf" srcId="{EF44E176-26DF-4CCB-9713-AA6B2E1B16EF}" destId="{836E0FDF-C52A-4A59-B767-9EF8F1E06ED3}" srcOrd="3" destOrd="0" presId="urn:microsoft.com/office/officeart/2018/2/layout/IconVerticalSolidList"/>
    <dgm:cxn modelId="{571A016E-AF7C-4F0C-96FD-E8D70D516C5F}" type="presParOf" srcId="{D614F99D-7DF9-46F7-A417-5AE2FC2E3CE3}" destId="{8524AB7C-CFA8-4258-9B41-467768790D55}" srcOrd="3" destOrd="0" presId="urn:microsoft.com/office/officeart/2018/2/layout/IconVerticalSolidList"/>
    <dgm:cxn modelId="{BAAFB8E4-69DA-43AE-AC6E-8A8CBD165C75}" type="presParOf" srcId="{D614F99D-7DF9-46F7-A417-5AE2FC2E3CE3}" destId="{50064FBD-6534-4CF6-9F29-E1D933EC9DBA}" srcOrd="4" destOrd="0" presId="urn:microsoft.com/office/officeart/2018/2/layout/IconVerticalSolidList"/>
    <dgm:cxn modelId="{BE6A7EEC-DF77-4322-91B4-3DD9E4C01CCC}" type="presParOf" srcId="{50064FBD-6534-4CF6-9F29-E1D933EC9DBA}" destId="{18103F21-65F8-4574-9CEF-7863837F65E8}" srcOrd="0" destOrd="0" presId="urn:microsoft.com/office/officeart/2018/2/layout/IconVerticalSolidList"/>
    <dgm:cxn modelId="{DA2A947D-0187-41CA-97DD-4EF0BFE0B7BC}" type="presParOf" srcId="{50064FBD-6534-4CF6-9F29-E1D933EC9DBA}" destId="{D1445287-1835-4933-A496-8183BAEFC632}" srcOrd="1" destOrd="0" presId="urn:microsoft.com/office/officeart/2018/2/layout/IconVerticalSolidList"/>
    <dgm:cxn modelId="{546F52D3-3D20-4966-8BE7-9D1FFE4218B4}" type="presParOf" srcId="{50064FBD-6534-4CF6-9F29-E1D933EC9DBA}" destId="{35F015B1-CC49-4292-B328-3F024118151C}" srcOrd="2" destOrd="0" presId="urn:microsoft.com/office/officeart/2018/2/layout/IconVerticalSolidList"/>
    <dgm:cxn modelId="{AA5E3FFB-DA8A-4745-9908-F80EE5DA8659}" type="presParOf" srcId="{50064FBD-6534-4CF6-9F29-E1D933EC9DBA}" destId="{49A5C7DF-F7AB-45EB-9B9D-2E742459461A}" srcOrd="3" destOrd="0" presId="urn:microsoft.com/office/officeart/2018/2/layout/IconVerticalSolidList"/>
    <dgm:cxn modelId="{CA7354EC-99F8-4057-B80B-3987AF81321B}" type="presParOf" srcId="{D614F99D-7DF9-46F7-A417-5AE2FC2E3CE3}" destId="{D933BC59-09B5-482E-8B8C-D865A47E74D2}" srcOrd="5" destOrd="0" presId="urn:microsoft.com/office/officeart/2018/2/layout/IconVerticalSolidList"/>
    <dgm:cxn modelId="{390F7A06-B0B9-44B4-8310-2F8127A61349}" type="presParOf" srcId="{D614F99D-7DF9-46F7-A417-5AE2FC2E3CE3}" destId="{8C1496FF-5994-4390-8CDF-1CB3CFDC2A65}" srcOrd="6" destOrd="0" presId="urn:microsoft.com/office/officeart/2018/2/layout/IconVerticalSolidList"/>
    <dgm:cxn modelId="{3E904AE8-8E30-4058-9E9C-C42256B97869}" type="presParOf" srcId="{8C1496FF-5994-4390-8CDF-1CB3CFDC2A65}" destId="{7B7A65DA-E911-4D7E-BB61-3C14ED1DE117}" srcOrd="0" destOrd="0" presId="urn:microsoft.com/office/officeart/2018/2/layout/IconVerticalSolidList"/>
    <dgm:cxn modelId="{0002923C-D356-4E4A-A35B-C52164F7323C}" type="presParOf" srcId="{8C1496FF-5994-4390-8CDF-1CB3CFDC2A65}" destId="{75AFE32C-05F4-4637-BD5C-87A64B5CFE4F}" srcOrd="1" destOrd="0" presId="urn:microsoft.com/office/officeart/2018/2/layout/IconVerticalSolidList"/>
    <dgm:cxn modelId="{CE2A919F-3ABE-4636-897A-DB94052EEB7E}" type="presParOf" srcId="{8C1496FF-5994-4390-8CDF-1CB3CFDC2A65}" destId="{4A1DDCB8-4B4D-4998-BCC5-58DE5312C89B}" srcOrd="2" destOrd="0" presId="urn:microsoft.com/office/officeart/2018/2/layout/IconVerticalSolidList"/>
    <dgm:cxn modelId="{76A3CA38-A52A-4F1B-B9B3-28B42D23CB4E}" type="presParOf" srcId="{8C1496FF-5994-4390-8CDF-1CB3CFDC2A65}" destId="{0528E116-7227-4BEE-936E-E993C2482DD7}" srcOrd="3" destOrd="0" presId="urn:microsoft.com/office/officeart/2018/2/layout/IconVerticalSolidList"/>
    <dgm:cxn modelId="{4CB318FD-9FEF-4EA6-978B-A56995428A18}" type="presParOf" srcId="{D614F99D-7DF9-46F7-A417-5AE2FC2E3CE3}" destId="{AA53FAB6-5B08-44AC-97B0-911DF4513663}" srcOrd="7" destOrd="0" presId="urn:microsoft.com/office/officeart/2018/2/layout/IconVerticalSolidList"/>
    <dgm:cxn modelId="{A44F07DA-6054-48DA-B48F-CF057958B6DC}" type="presParOf" srcId="{D614F99D-7DF9-46F7-A417-5AE2FC2E3CE3}" destId="{13C232C0-A353-4C72-9A3D-16F4E375E99E}" srcOrd="8" destOrd="0" presId="urn:microsoft.com/office/officeart/2018/2/layout/IconVerticalSolidList"/>
    <dgm:cxn modelId="{8C08E0F0-5834-43A7-9E75-B9DDD8EEAFB8}" type="presParOf" srcId="{13C232C0-A353-4C72-9A3D-16F4E375E99E}" destId="{5BFACE4A-102D-4800-8A47-6902754ACC87}" srcOrd="0" destOrd="0" presId="urn:microsoft.com/office/officeart/2018/2/layout/IconVerticalSolidList"/>
    <dgm:cxn modelId="{D4737741-D065-4214-AD7D-F3A6C05784A4}" type="presParOf" srcId="{13C232C0-A353-4C72-9A3D-16F4E375E99E}" destId="{3849D08B-4CBC-4657-AAE6-FB79B420A2A7}" srcOrd="1" destOrd="0" presId="urn:microsoft.com/office/officeart/2018/2/layout/IconVerticalSolidList"/>
    <dgm:cxn modelId="{30261C63-9E4A-4CE5-B401-35A817630459}" type="presParOf" srcId="{13C232C0-A353-4C72-9A3D-16F4E375E99E}" destId="{980A7590-D44B-4179-98A8-BAC215DF6198}" srcOrd="2" destOrd="0" presId="urn:microsoft.com/office/officeart/2018/2/layout/IconVerticalSolidList"/>
    <dgm:cxn modelId="{FD1DC265-1D61-4760-8615-3BE933AB858A}" type="presParOf" srcId="{13C232C0-A353-4C72-9A3D-16F4E375E99E}" destId="{3F9709F7-86DD-421D-A619-E07D5BAAA283}" srcOrd="3" destOrd="0" presId="urn:microsoft.com/office/officeart/2018/2/layout/IconVerticalSolidList"/>
    <dgm:cxn modelId="{6BEF7C4B-E639-44D6-867D-FBC7C7263A52}" type="presParOf" srcId="{D614F99D-7DF9-46F7-A417-5AE2FC2E3CE3}" destId="{52DBF359-82A0-45AF-BCEA-9FE48FD745EE}" srcOrd="9" destOrd="0" presId="urn:microsoft.com/office/officeart/2018/2/layout/IconVerticalSolidList"/>
    <dgm:cxn modelId="{6D904258-A408-4165-A0A6-D2288C134DEB}" type="presParOf" srcId="{D614F99D-7DF9-46F7-A417-5AE2FC2E3CE3}" destId="{32789594-99B4-4256-89B6-9BDA3672C11B}" srcOrd="10" destOrd="0" presId="urn:microsoft.com/office/officeart/2018/2/layout/IconVerticalSolidList"/>
    <dgm:cxn modelId="{B2D1B20E-1C42-4D42-A638-A33B7B37DC4D}" type="presParOf" srcId="{32789594-99B4-4256-89B6-9BDA3672C11B}" destId="{9D11B8DF-CB06-4E27-B021-09E5F92ED809}" srcOrd="0" destOrd="0" presId="urn:microsoft.com/office/officeart/2018/2/layout/IconVerticalSolidList"/>
    <dgm:cxn modelId="{5823BCB8-0609-4D48-9A69-11BEB86BA186}" type="presParOf" srcId="{32789594-99B4-4256-89B6-9BDA3672C11B}" destId="{96CD224A-8D2A-4960-94DE-95FFFD4F6BC8}" srcOrd="1" destOrd="0" presId="urn:microsoft.com/office/officeart/2018/2/layout/IconVerticalSolidList"/>
    <dgm:cxn modelId="{0829D422-6657-4D88-A625-C75410EA0B41}" type="presParOf" srcId="{32789594-99B4-4256-89B6-9BDA3672C11B}" destId="{48587938-9FF6-4581-B6E4-6CF1E8A1766A}" srcOrd="2" destOrd="0" presId="urn:microsoft.com/office/officeart/2018/2/layout/IconVerticalSolidList"/>
    <dgm:cxn modelId="{B71EB599-9D73-43EE-93C0-2F50D92E8F86}" type="presParOf" srcId="{32789594-99B4-4256-89B6-9BDA3672C11B}" destId="{AAB6D4AB-A571-4CF2-A516-33BD84ADC4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B7878A0-D5E3-48D3-A232-D325DAA59B3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F239B58-CEBD-4CD4-81FC-05289B31B591}">
      <dgm:prSet/>
      <dgm:spPr/>
      <dgm:t>
        <a:bodyPr/>
        <a:lstStyle/>
        <a:p>
          <a:r>
            <a:rPr lang="en-US" b="0" i="0" baseline="0" dirty="0"/>
            <a:t>Dynamic website structure </a:t>
          </a:r>
          <a:endParaRPr lang="en-US" dirty="0"/>
        </a:p>
      </dgm:t>
    </dgm:pt>
    <dgm:pt modelId="{80C0BA5E-7D74-4EBA-B0D3-5F10C35EAA18}" type="parTrans" cxnId="{D3F7A1B9-BE66-4C98-89C6-8B986365B729}">
      <dgm:prSet/>
      <dgm:spPr/>
      <dgm:t>
        <a:bodyPr/>
        <a:lstStyle/>
        <a:p>
          <a:endParaRPr lang="en-US"/>
        </a:p>
      </dgm:t>
    </dgm:pt>
    <dgm:pt modelId="{98C07FF6-AEC6-4FFC-ACE1-7A12D5604DAB}" type="sibTrans" cxnId="{D3F7A1B9-BE66-4C98-89C6-8B986365B729}">
      <dgm:prSet/>
      <dgm:spPr/>
      <dgm:t>
        <a:bodyPr/>
        <a:lstStyle/>
        <a:p>
          <a:endParaRPr lang="en-US"/>
        </a:p>
      </dgm:t>
    </dgm:pt>
    <dgm:pt modelId="{30AE40A8-A6E6-418F-BC0F-2E47827E3B3E}">
      <dgm:prSet/>
      <dgm:spPr/>
      <dgm:t>
        <a:bodyPr/>
        <a:lstStyle/>
        <a:p>
          <a:r>
            <a:rPr lang="en-US" b="0" i="0" baseline="0" dirty="0"/>
            <a:t>Data inconsistency </a:t>
          </a:r>
          <a:endParaRPr lang="en-US" dirty="0"/>
        </a:p>
      </dgm:t>
    </dgm:pt>
    <dgm:pt modelId="{FFD487EF-5393-46BB-A528-73AA83D70AB5}" type="parTrans" cxnId="{276ECACF-2FE2-465C-849D-0710CEEBF863}">
      <dgm:prSet/>
      <dgm:spPr/>
      <dgm:t>
        <a:bodyPr/>
        <a:lstStyle/>
        <a:p>
          <a:endParaRPr lang="en-US"/>
        </a:p>
      </dgm:t>
    </dgm:pt>
    <dgm:pt modelId="{D3C879F4-8C4C-44AE-80AB-E42EC1905590}" type="sibTrans" cxnId="{276ECACF-2FE2-465C-849D-0710CEEBF863}">
      <dgm:prSet/>
      <dgm:spPr/>
      <dgm:t>
        <a:bodyPr/>
        <a:lstStyle/>
        <a:p>
          <a:endParaRPr lang="en-US"/>
        </a:p>
      </dgm:t>
    </dgm:pt>
    <dgm:pt modelId="{68F5C4BE-5077-4F52-A7CA-CB7A4B278AA8}">
      <dgm:prSet/>
      <dgm:spPr/>
      <dgm:t>
        <a:bodyPr/>
        <a:lstStyle/>
        <a:p>
          <a:r>
            <a:rPr lang="en-US" b="0" i="0" baseline="0" dirty="0"/>
            <a:t>Handling missing values </a:t>
          </a:r>
          <a:endParaRPr lang="en-US" dirty="0"/>
        </a:p>
      </dgm:t>
    </dgm:pt>
    <dgm:pt modelId="{8D69E02D-ACE0-4238-BE8D-A9E96FBBE8EC}" type="parTrans" cxnId="{BA6278D8-61D2-47E8-A457-70B9A316FA04}">
      <dgm:prSet/>
      <dgm:spPr/>
      <dgm:t>
        <a:bodyPr/>
        <a:lstStyle/>
        <a:p>
          <a:endParaRPr lang="en-US"/>
        </a:p>
      </dgm:t>
    </dgm:pt>
    <dgm:pt modelId="{A9B34C38-DCD6-4E77-A4BC-EAEBE35EE89A}" type="sibTrans" cxnId="{BA6278D8-61D2-47E8-A457-70B9A316FA04}">
      <dgm:prSet/>
      <dgm:spPr/>
      <dgm:t>
        <a:bodyPr/>
        <a:lstStyle/>
        <a:p>
          <a:endParaRPr lang="en-US"/>
        </a:p>
      </dgm:t>
    </dgm:pt>
    <dgm:pt modelId="{A415937F-2480-4FF9-9876-7CA12E39E7B6}" type="pres">
      <dgm:prSet presAssocID="{EB7878A0-D5E3-48D3-A232-D325DAA59B37}" presName="root" presStyleCnt="0">
        <dgm:presLayoutVars>
          <dgm:dir/>
          <dgm:resizeHandles val="exact"/>
        </dgm:presLayoutVars>
      </dgm:prSet>
      <dgm:spPr/>
    </dgm:pt>
    <dgm:pt modelId="{849AA07C-43BC-4740-9F26-E5A9C22049B2}" type="pres">
      <dgm:prSet presAssocID="{CF239B58-CEBD-4CD4-81FC-05289B31B591}" presName="compNode" presStyleCnt="0"/>
      <dgm:spPr/>
    </dgm:pt>
    <dgm:pt modelId="{AC93F716-B1BD-4640-A2D3-CB314D635356}" type="pres">
      <dgm:prSet presAssocID="{CF239B58-CEBD-4CD4-81FC-05289B31B59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9D9C169-4DD2-499B-BE17-9A89110EC69C}" type="pres">
      <dgm:prSet presAssocID="{CF239B58-CEBD-4CD4-81FC-05289B31B591}" presName="spaceRect" presStyleCnt="0"/>
      <dgm:spPr/>
    </dgm:pt>
    <dgm:pt modelId="{E51DF540-B6B3-48D4-AA17-B8D6A915EF19}" type="pres">
      <dgm:prSet presAssocID="{CF239B58-CEBD-4CD4-81FC-05289B31B591}" presName="textRect" presStyleLbl="revTx" presStyleIdx="0" presStyleCnt="3">
        <dgm:presLayoutVars>
          <dgm:chMax val="1"/>
          <dgm:chPref val="1"/>
        </dgm:presLayoutVars>
      </dgm:prSet>
      <dgm:spPr/>
    </dgm:pt>
    <dgm:pt modelId="{9032B167-AE4C-4EF2-936D-8AB90A296C86}" type="pres">
      <dgm:prSet presAssocID="{98C07FF6-AEC6-4FFC-ACE1-7A12D5604DAB}" presName="sibTrans" presStyleCnt="0"/>
      <dgm:spPr/>
    </dgm:pt>
    <dgm:pt modelId="{774AE7A3-0FC1-4349-93CB-5D75851CAD9F}" type="pres">
      <dgm:prSet presAssocID="{30AE40A8-A6E6-418F-BC0F-2E47827E3B3E}" presName="compNode" presStyleCnt="0"/>
      <dgm:spPr/>
    </dgm:pt>
    <dgm:pt modelId="{BD53AC08-255D-445A-81F3-AC701F2A450A}" type="pres">
      <dgm:prSet presAssocID="{30AE40A8-A6E6-418F-BC0F-2E47827E3B3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4B5BF5-EF64-4BF7-89A4-9E5F32E4BBE7}" type="pres">
      <dgm:prSet presAssocID="{30AE40A8-A6E6-418F-BC0F-2E47827E3B3E}" presName="spaceRect" presStyleCnt="0"/>
      <dgm:spPr/>
    </dgm:pt>
    <dgm:pt modelId="{9FDBD4DE-27A7-4269-8287-CFF28BA3124B}" type="pres">
      <dgm:prSet presAssocID="{30AE40A8-A6E6-418F-BC0F-2E47827E3B3E}" presName="textRect" presStyleLbl="revTx" presStyleIdx="1" presStyleCnt="3">
        <dgm:presLayoutVars>
          <dgm:chMax val="1"/>
          <dgm:chPref val="1"/>
        </dgm:presLayoutVars>
      </dgm:prSet>
      <dgm:spPr/>
    </dgm:pt>
    <dgm:pt modelId="{C1682827-0D57-498D-8E9F-19D973023A55}" type="pres">
      <dgm:prSet presAssocID="{D3C879F4-8C4C-44AE-80AB-E42EC1905590}" presName="sibTrans" presStyleCnt="0"/>
      <dgm:spPr/>
    </dgm:pt>
    <dgm:pt modelId="{CDF9AA85-3AA7-4CEC-8833-C510A6627AB4}" type="pres">
      <dgm:prSet presAssocID="{68F5C4BE-5077-4F52-A7CA-CB7A4B278AA8}" presName="compNode" presStyleCnt="0"/>
      <dgm:spPr/>
    </dgm:pt>
    <dgm:pt modelId="{D9F8A891-8F4F-494C-966E-4D159CEA0E6F}" type="pres">
      <dgm:prSet presAssocID="{68F5C4BE-5077-4F52-A7CA-CB7A4B278AA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93F2638-1DCB-40DF-BC0C-FC29FD46A52C}" type="pres">
      <dgm:prSet presAssocID="{68F5C4BE-5077-4F52-A7CA-CB7A4B278AA8}" presName="spaceRect" presStyleCnt="0"/>
      <dgm:spPr/>
    </dgm:pt>
    <dgm:pt modelId="{F572030B-8F2F-4A0D-A1FE-127B1C90FD8D}" type="pres">
      <dgm:prSet presAssocID="{68F5C4BE-5077-4F52-A7CA-CB7A4B278A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EFE3222-A0FA-496B-8E00-ED4DBCAC7E6B}" type="presOf" srcId="{EB7878A0-D5E3-48D3-A232-D325DAA59B37}" destId="{A415937F-2480-4FF9-9876-7CA12E39E7B6}" srcOrd="0" destOrd="0" presId="urn:microsoft.com/office/officeart/2018/2/layout/IconLabelList"/>
    <dgm:cxn modelId="{D3F7A1B9-BE66-4C98-89C6-8B986365B729}" srcId="{EB7878A0-D5E3-48D3-A232-D325DAA59B37}" destId="{CF239B58-CEBD-4CD4-81FC-05289B31B591}" srcOrd="0" destOrd="0" parTransId="{80C0BA5E-7D74-4EBA-B0D3-5F10C35EAA18}" sibTransId="{98C07FF6-AEC6-4FFC-ACE1-7A12D5604DAB}"/>
    <dgm:cxn modelId="{CACC66C2-7B36-4763-8512-52784B2966E4}" type="presOf" srcId="{CF239B58-CEBD-4CD4-81FC-05289B31B591}" destId="{E51DF540-B6B3-48D4-AA17-B8D6A915EF19}" srcOrd="0" destOrd="0" presId="urn:microsoft.com/office/officeart/2018/2/layout/IconLabelList"/>
    <dgm:cxn modelId="{276ECACF-2FE2-465C-849D-0710CEEBF863}" srcId="{EB7878A0-D5E3-48D3-A232-D325DAA59B37}" destId="{30AE40A8-A6E6-418F-BC0F-2E47827E3B3E}" srcOrd="1" destOrd="0" parTransId="{FFD487EF-5393-46BB-A528-73AA83D70AB5}" sibTransId="{D3C879F4-8C4C-44AE-80AB-E42EC1905590}"/>
    <dgm:cxn modelId="{5DB67DD5-35BF-48C0-B0FB-61E8680CDE2B}" type="presOf" srcId="{68F5C4BE-5077-4F52-A7CA-CB7A4B278AA8}" destId="{F572030B-8F2F-4A0D-A1FE-127B1C90FD8D}" srcOrd="0" destOrd="0" presId="urn:microsoft.com/office/officeart/2018/2/layout/IconLabelList"/>
    <dgm:cxn modelId="{BA6278D8-61D2-47E8-A457-70B9A316FA04}" srcId="{EB7878A0-D5E3-48D3-A232-D325DAA59B37}" destId="{68F5C4BE-5077-4F52-A7CA-CB7A4B278AA8}" srcOrd="2" destOrd="0" parTransId="{8D69E02D-ACE0-4238-BE8D-A9E96FBBE8EC}" sibTransId="{A9B34C38-DCD6-4E77-A4BC-EAEBE35EE89A}"/>
    <dgm:cxn modelId="{81D61EFC-0BE6-4CF1-A010-DFA7A3427E50}" type="presOf" srcId="{30AE40A8-A6E6-418F-BC0F-2E47827E3B3E}" destId="{9FDBD4DE-27A7-4269-8287-CFF28BA3124B}" srcOrd="0" destOrd="0" presId="urn:microsoft.com/office/officeart/2018/2/layout/IconLabelList"/>
    <dgm:cxn modelId="{9DC8198F-73B3-44A5-B809-6CAB347BC87B}" type="presParOf" srcId="{A415937F-2480-4FF9-9876-7CA12E39E7B6}" destId="{849AA07C-43BC-4740-9F26-E5A9C22049B2}" srcOrd="0" destOrd="0" presId="urn:microsoft.com/office/officeart/2018/2/layout/IconLabelList"/>
    <dgm:cxn modelId="{C41FC5A7-226B-41E0-9AB7-7B2CDA822A4B}" type="presParOf" srcId="{849AA07C-43BC-4740-9F26-E5A9C22049B2}" destId="{AC93F716-B1BD-4640-A2D3-CB314D635356}" srcOrd="0" destOrd="0" presId="urn:microsoft.com/office/officeart/2018/2/layout/IconLabelList"/>
    <dgm:cxn modelId="{80E4F5FE-AF16-4B46-9BC6-94B398ECE5F9}" type="presParOf" srcId="{849AA07C-43BC-4740-9F26-E5A9C22049B2}" destId="{B9D9C169-4DD2-499B-BE17-9A89110EC69C}" srcOrd="1" destOrd="0" presId="urn:microsoft.com/office/officeart/2018/2/layout/IconLabelList"/>
    <dgm:cxn modelId="{DC095618-E7B0-47F1-B9F9-6AA392A7B007}" type="presParOf" srcId="{849AA07C-43BC-4740-9F26-E5A9C22049B2}" destId="{E51DF540-B6B3-48D4-AA17-B8D6A915EF19}" srcOrd="2" destOrd="0" presId="urn:microsoft.com/office/officeart/2018/2/layout/IconLabelList"/>
    <dgm:cxn modelId="{547368E7-48DC-44F0-8D15-E10A2EAB7E0D}" type="presParOf" srcId="{A415937F-2480-4FF9-9876-7CA12E39E7B6}" destId="{9032B167-AE4C-4EF2-936D-8AB90A296C86}" srcOrd="1" destOrd="0" presId="urn:microsoft.com/office/officeart/2018/2/layout/IconLabelList"/>
    <dgm:cxn modelId="{CE889EBA-A636-4CCC-8AAD-5D71D50FB386}" type="presParOf" srcId="{A415937F-2480-4FF9-9876-7CA12E39E7B6}" destId="{774AE7A3-0FC1-4349-93CB-5D75851CAD9F}" srcOrd="2" destOrd="0" presId="urn:microsoft.com/office/officeart/2018/2/layout/IconLabelList"/>
    <dgm:cxn modelId="{5308E700-97EF-422C-9F9E-8FA1DB5F01E7}" type="presParOf" srcId="{774AE7A3-0FC1-4349-93CB-5D75851CAD9F}" destId="{BD53AC08-255D-445A-81F3-AC701F2A450A}" srcOrd="0" destOrd="0" presId="urn:microsoft.com/office/officeart/2018/2/layout/IconLabelList"/>
    <dgm:cxn modelId="{68751FB2-B9C6-4EE7-AD4B-BC4B19484869}" type="presParOf" srcId="{774AE7A3-0FC1-4349-93CB-5D75851CAD9F}" destId="{844B5BF5-EF64-4BF7-89A4-9E5F32E4BBE7}" srcOrd="1" destOrd="0" presId="urn:microsoft.com/office/officeart/2018/2/layout/IconLabelList"/>
    <dgm:cxn modelId="{CFEB8E99-FFE1-4949-A6C6-41C7B8B846C1}" type="presParOf" srcId="{774AE7A3-0FC1-4349-93CB-5D75851CAD9F}" destId="{9FDBD4DE-27A7-4269-8287-CFF28BA3124B}" srcOrd="2" destOrd="0" presId="urn:microsoft.com/office/officeart/2018/2/layout/IconLabelList"/>
    <dgm:cxn modelId="{2410B7E7-293F-4130-AAB6-99DFC7175BF1}" type="presParOf" srcId="{A415937F-2480-4FF9-9876-7CA12E39E7B6}" destId="{C1682827-0D57-498D-8E9F-19D973023A55}" srcOrd="3" destOrd="0" presId="urn:microsoft.com/office/officeart/2018/2/layout/IconLabelList"/>
    <dgm:cxn modelId="{4C9D347A-7FF7-47EF-9074-54771E31424E}" type="presParOf" srcId="{A415937F-2480-4FF9-9876-7CA12E39E7B6}" destId="{CDF9AA85-3AA7-4CEC-8833-C510A6627AB4}" srcOrd="4" destOrd="0" presId="urn:microsoft.com/office/officeart/2018/2/layout/IconLabelList"/>
    <dgm:cxn modelId="{3BAB5714-80FD-4D60-9258-6B51BAED28E9}" type="presParOf" srcId="{CDF9AA85-3AA7-4CEC-8833-C510A6627AB4}" destId="{D9F8A891-8F4F-494C-966E-4D159CEA0E6F}" srcOrd="0" destOrd="0" presId="urn:microsoft.com/office/officeart/2018/2/layout/IconLabelList"/>
    <dgm:cxn modelId="{76344687-37A8-4D3D-A772-5D7A778FA1FD}" type="presParOf" srcId="{CDF9AA85-3AA7-4CEC-8833-C510A6627AB4}" destId="{793F2638-1DCB-40DF-BC0C-FC29FD46A52C}" srcOrd="1" destOrd="0" presId="urn:microsoft.com/office/officeart/2018/2/layout/IconLabelList"/>
    <dgm:cxn modelId="{24C35663-6200-4C5E-89CA-C05C8A2B43A5}" type="presParOf" srcId="{CDF9AA85-3AA7-4CEC-8833-C510A6627AB4}" destId="{F572030B-8F2F-4A0D-A1FE-127B1C90FD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E5FC5F-95A9-4D58-88F5-20B91990A92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E7C01B3-C1A0-413D-BFE1-828ABB86D112}">
      <dgm:prSet/>
      <dgm:spPr/>
      <dgm:t>
        <a:bodyPr/>
        <a:lstStyle/>
        <a:p>
          <a:r>
            <a:rPr lang="en-US" b="0" i="0" baseline="0"/>
            <a:t>Built a complete </a:t>
          </a:r>
          <a:r>
            <a:rPr lang="en-US" b="1" i="0" baseline="0"/>
            <a:t>end-to-end data pipeline</a:t>
          </a:r>
          <a:r>
            <a:rPr lang="en-US" b="0" i="0" baseline="0"/>
            <a:t> </a:t>
          </a:r>
          <a:endParaRPr lang="en-US"/>
        </a:p>
      </dgm:t>
    </dgm:pt>
    <dgm:pt modelId="{487A5ACE-CC5C-4B19-ABA9-9D834419C72D}" type="parTrans" cxnId="{DA8B3546-3FF5-4E30-B321-BE95B524A85D}">
      <dgm:prSet/>
      <dgm:spPr/>
      <dgm:t>
        <a:bodyPr/>
        <a:lstStyle/>
        <a:p>
          <a:endParaRPr lang="en-US"/>
        </a:p>
      </dgm:t>
    </dgm:pt>
    <dgm:pt modelId="{D9270A00-B852-45D9-AF8C-28B9DC33233C}" type="sibTrans" cxnId="{DA8B3546-3FF5-4E30-B321-BE95B524A85D}">
      <dgm:prSet/>
      <dgm:spPr/>
      <dgm:t>
        <a:bodyPr/>
        <a:lstStyle/>
        <a:p>
          <a:endParaRPr lang="en-US"/>
        </a:p>
      </dgm:t>
    </dgm:pt>
    <dgm:pt modelId="{84165703-A80C-44ED-856C-C02E402C1A70}">
      <dgm:prSet/>
      <dgm:spPr/>
      <dgm:t>
        <a:bodyPr/>
        <a:lstStyle/>
        <a:p>
          <a:r>
            <a:rPr lang="en-US" b="0" i="0" baseline="0"/>
            <a:t>Automated data extraction and storage </a:t>
          </a:r>
          <a:endParaRPr lang="en-US"/>
        </a:p>
      </dgm:t>
    </dgm:pt>
    <dgm:pt modelId="{9D6A2B3E-E2E6-41AC-AC7A-2D217D27204D}" type="parTrans" cxnId="{3662B46B-AE92-4AF1-8CEC-84D4349A30A3}">
      <dgm:prSet/>
      <dgm:spPr/>
      <dgm:t>
        <a:bodyPr/>
        <a:lstStyle/>
        <a:p>
          <a:endParaRPr lang="en-US"/>
        </a:p>
      </dgm:t>
    </dgm:pt>
    <dgm:pt modelId="{5B0DAEA8-8D0D-4482-A75C-88A0354FFC88}" type="sibTrans" cxnId="{3662B46B-AE92-4AF1-8CEC-84D4349A30A3}">
      <dgm:prSet/>
      <dgm:spPr/>
      <dgm:t>
        <a:bodyPr/>
        <a:lstStyle/>
        <a:p>
          <a:endParaRPr lang="en-US"/>
        </a:p>
      </dgm:t>
    </dgm:pt>
    <dgm:pt modelId="{917BBC0C-0B8E-4687-8404-23F6783E01F5}">
      <dgm:prSet/>
      <dgm:spPr/>
      <dgm:t>
        <a:bodyPr/>
        <a:lstStyle/>
        <a:p>
          <a:r>
            <a:rPr lang="en-US" b="0" i="0" baseline="0"/>
            <a:t>Ready for analytics and visualization </a:t>
          </a:r>
          <a:endParaRPr lang="en-US"/>
        </a:p>
      </dgm:t>
    </dgm:pt>
    <dgm:pt modelId="{D91729A8-276A-440C-B1AA-FCDC0A92EDA4}" type="parTrans" cxnId="{F079F78D-B600-44CA-9E48-986CB5CBE6CC}">
      <dgm:prSet/>
      <dgm:spPr/>
      <dgm:t>
        <a:bodyPr/>
        <a:lstStyle/>
        <a:p>
          <a:endParaRPr lang="en-US"/>
        </a:p>
      </dgm:t>
    </dgm:pt>
    <dgm:pt modelId="{F3BA14C9-0929-46DE-9C13-3AC0B1D3AB2E}" type="sibTrans" cxnId="{F079F78D-B600-44CA-9E48-986CB5CBE6CC}">
      <dgm:prSet/>
      <dgm:spPr/>
      <dgm:t>
        <a:bodyPr/>
        <a:lstStyle/>
        <a:p>
          <a:endParaRPr lang="en-US"/>
        </a:p>
      </dgm:t>
    </dgm:pt>
    <dgm:pt modelId="{CEC82526-A11A-4C11-BF3F-9582862F4F04}" type="pres">
      <dgm:prSet presAssocID="{2BE5FC5F-95A9-4D58-88F5-20B91990A925}" presName="root" presStyleCnt="0">
        <dgm:presLayoutVars>
          <dgm:dir/>
          <dgm:resizeHandles val="exact"/>
        </dgm:presLayoutVars>
      </dgm:prSet>
      <dgm:spPr/>
    </dgm:pt>
    <dgm:pt modelId="{5BA754BF-2EEF-4B19-82A4-99DFDAAC5F1B}" type="pres">
      <dgm:prSet presAssocID="{EE7C01B3-C1A0-413D-BFE1-828ABB86D112}" presName="compNode" presStyleCnt="0"/>
      <dgm:spPr/>
    </dgm:pt>
    <dgm:pt modelId="{D16F336B-A9D1-47E8-9304-040C7948026B}" type="pres">
      <dgm:prSet presAssocID="{EE7C01B3-C1A0-413D-BFE1-828ABB86D11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48335C8-BC7D-4A74-9D08-EE78D839826E}" type="pres">
      <dgm:prSet presAssocID="{EE7C01B3-C1A0-413D-BFE1-828ABB86D112}" presName="spaceRect" presStyleCnt="0"/>
      <dgm:spPr/>
    </dgm:pt>
    <dgm:pt modelId="{622D5DAB-B634-4317-B12F-A84764D4EF54}" type="pres">
      <dgm:prSet presAssocID="{EE7C01B3-C1A0-413D-BFE1-828ABB86D112}" presName="textRect" presStyleLbl="revTx" presStyleIdx="0" presStyleCnt="3">
        <dgm:presLayoutVars>
          <dgm:chMax val="1"/>
          <dgm:chPref val="1"/>
        </dgm:presLayoutVars>
      </dgm:prSet>
      <dgm:spPr/>
    </dgm:pt>
    <dgm:pt modelId="{50FB030D-9EAB-4FBF-BF72-33BFD9479225}" type="pres">
      <dgm:prSet presAssocID="{D9270A00-B852-45D9-AF8C-28B9DC33233C}" presName="sibTrans" presStyleCnt="0"/>
      <dgm:spPr/>
    </dgm:pt>
    <dgm:pt modelId="{8318B778-1DDA-4E56-8651-1F15184A2930}" type="pres">
      <dgm:prSet presAssocID="{84165703-A80C-44ED-856C-C02E402C1A70}" presName="compNode" presStyleCnt="0"/>
      <dgm:spPr/>
    </dgm:pt>
    <dgm:pt modelId="{B935E03E-CBF1-4F62-A1A4-BAC8B576FD74}" type="pres">
      <dgm:prSet presAssocID="{84165703-A80C-44ED-856C-C02E402C1A7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8A9DFD3-6DD6-4DDA-81A2-18DFFD4F3343}" type="pres">
      <dgm:prSet presAssocID="{84165703-A80C-44ED-856C-C02E402C1A70}" presName="spaceRect" presStyleCnt="0"/>
      <dgm:spPr/>
    </dgm:pt>
    <dgm:pt modelId="{16C87EDA-0B95-4280-AC07-157530283AD3}" type="pres">
      <dgm:prSet presAssocID="{84165703-A80C-44ED-856C-C02E402C1A70}" presName="textRect" presStyleLbl="revTx" presStyleIdx="1" presStyleCnt="3">
        <dgm:presLayoutVars>
          <dgm:chMax val="1"/>
          <dgm:chPref val="1"/>
        </dgm:presLayoutVars>
      </dgm:prSet>
      <dgm:spPr/>
    </dgm:pt>
    <dgm:pt modelId="{3642BDE7-D628-48D7-9690-5ED09A09B36B}" type="pres">
      <dgm:prSet presAssocID="{5B0DAEA8-8D0D-4482-A75C-88A0354FFC88}" presName="sibTrans" presStyleCnt="0"/>
      <dgm:spPr/>
    </dgm:pt>
    <dgm:pt modelId="{BF2A73CC-263A-444F-8024-5AE5DA4C7A3E}" type="pres">
      <dgm:prSet presAssocID="{917BBC0C-0B8E-4687-8404-23F6783E01F5}" presName="compNode" presStyleCnt="0"/>
      <dgm:spPr/>
    </dgm:pt>
    <dgm:pt modelId="{C7A24BCD-6476-43A0-B0DA-E9F4F8333B42}" type="pres">
      <dgm:prSet presAssocID="{917BBC0C-0B8E-4687-8404-23F6783E01F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4E2355C-B736-4FCE-BA9E-56667164B843}" type="pres">
      <dgm:prSet presAssocID="{917BBC0C-0B8E-4687-8404-23F6783E01F5}" presName="spaceRect" presStyleCnt="0"/>
      <dgm:spPr/>
    </dgm:pt>
    <dgm:pt modelId="{88D2D79A-AF90-4FD0-A19F-A0A26129B53B}" type="pres">
      <dgm:prSet presAssocID="{917BBC0C-0B8E-4687-8404-23F6783E01F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D50882C-44C0-4487-8C9A-677CB45F9211}" type="presOf" srcId="{84165703-A80C-44ED-856C-C02E402C1A70}" destId="{16C87EDA-0B95-4280-AC07-157530283AD3}" srcOrd="0" destOrd="0" presId="urn:microsoft.com/office/officeart/2018/2/layout/IconLabelList"/>
    <dgm:cxn modelId="{751EA332-59FA-443B-B476-EE5BE8BCEEA3}" type="presOf" srcId="{EE7C01B3-C1A0-413D-BFE1-828ABB86D112}" destId="{622D5DAB-B634-4317-B12F-A84764D4EF54}" srcOrd="0" destOrd="0" presId="urn:microsoft.com/office/officeart/2018/2/layout/IconLabelList"/>
    <dgm:cxn modelId="{0FEE4733-1660-405B-B138-CE2E56543C32}" type="presOf" srcId="{917BBC0C-0B8E-4687-8404-23F6783E01F5}" destId="{88D2D79A-AF90-4FD0-A19F-A0A26129B53B}" srcOrd="0" destOrd="0" presId="urn:microsoft.com/office/officeart/2018/2/layout/IconLabelList"/>
    <dgm:cxn modelId="{DA8B3546-3FF5-4E30-B321-BE95B524A85D}" srcId="{2BE5FC5F-95A9-4D58-88F5-20B91990A925}" destId="{EE7C01B3-C1A0-413D-BFE1-828ABB86D112}" srcOrd="0" destOrd="0" parTransId="{487A5ACE-CC5C-4B19-ABA9-9D834419C72D}" sibTransId="{D9270A00-B852-45D9-AF8C-28B9DC33233C}"/>
    <dgm:cxn modelId="{3662B46B-AE92-4AF1-8CEC-84D4349A30A3}" srcId="{2BE5FC5F-95A9-4D58-88F5-20B91990A925}" destId="{84165703-A80C-44ED-856C-C02E402C1A70}" srcOrd="1" destOrd="0" parTransId="{9D6A2B3E-E2E6-41AC-AC7A-2D217D27204D}" sibTransId="{5B0DAEA8-8D0D-4482-A75C-88A0354FFC88}"/>
    <dgm:cxn modelId="{F079F78D-B600-44CA-9E48-986CB5CBE6CC}" srcId="{2BE5FC5F-95A9-4D58-88F5-20B91990A925}" destId="{917BBC0C-0B8E-4687-8404-23F6783E01F5}" srcOrd="2" destOrd="0" parTransId="{D91729A8-276A-440C-B1AA-FCDC0A92EDA4}" sibTransId="{F3BA14C9-0929-46DE-9C13-3AC0B1D3AB2E}"/>
    <dgm:cxn modelId="{45C3AC90-7CFC-4AEB-BDB9-5763410488F7}" type="presOf" srcId="{2BE5FC5F-95A9-4D58-88F5-20B91990A925}" destId="{CEC82526-A11A-4C11-BF3F-9582862F4F04}" srcOrd="0" destOrd="0" presId="urn:microsoft.com/office/officeart/2018/2/layout/IconLabelList"/>
    <dgm:cxn modelId="{009418BC-BB90-48FD-BC70-1C7BF1D93F61}" type="presParOf" srcId="{CEC82526-A11A-4C11-BF3F-9582862F4F04}" destId="{5BA754BF-2EEF-4B19-82A4-99DFDAAC5F1B}" srcOrd="0" destOrd="0" presId="urn:microsoft.com/office/officeart/2018/2/layout/IconLabelList"/>
    <dgm:cxn modelId="{D4BC553E-A4FD-4888-A90F-ACA40457A171}" type="presParOf" srcId="{5BA754BF-2EEF-4B19-82A4-99DFDAAC5F1B}" destId="{D16F336B-A9D1-47E8-9304-040C7948026B}" srcOrd="0" destOrd="0" presId="urn:microsoft.com/office/officeart/2018/2/layout/IconLabelList"/>
    <dgm:cxn modelId="{28B731B8-6599-4DD8-BF9D-78716D2F1AC9}" type="presParOf" srcId="{5BA754BF-2EEF-4B19-82A4-99DFDAAC5F1B}" destId="{348335C8-BC7D-4A74-9D08-EE78D839826E}" srcOrd="1" destOrd="0" presId="urn:microsoft.com/office/officeart/2018/2/layout/IconLabelList"/>
    <dgm:cxn modelId="{F286756D-2D74-4642-9080-A621C2638293}" type="presParOf" srcId="{5BA754BF-2EEF-4B19-82A4-99DFDAAC5F1B}" destId="{622D5DAB-B634-4317-B12F-A84764D4EF54}" srcOrd="2" destOrd="0" presId="urn:microsoft.com/office/officeart/2018/2/layout/IconLabelList"/>
    <dgm:cxn modelId="{B6EE4321-B779-4EE5-ACD6-ABC28DBB3B94}" type="presParOf" srcId="{CEC82526-A11A-4C11-BF3F-9582862F4F04}" destId="{50FB030D-9EAB-4FBF-BF72-33BFD9479225}" srcOrd="1" destOrd="0" presId="urn:microsoft.com/office/officeart/2018/2/layout/IconLabelList"/>
    <dgm:cxn modelId="{8E15C72E-0B0F-450D-B424-6249FB6B4A07}" type="presParOf" srcId="{CEC82526-A11A-4C11-BF3F-9582862F4F04}" destId="{8318B778-1DDA-4E56-8651-1F15184A2930}" srcOrd="2" destOrd="0" presId="urn:microsoft.com/office/officeart/2018/2/layout/IconLabelList"/>
    <dgm:cxn modelId="{92EC716A-F3EA-4A59-AB31-778304A5A880}" type="presParOf" srcId="{8318B778-1DDA-4E56-8651-1F15184A2930}" destId="{B935E03E-CBF1-4F62-A1A4-BAC8B576FD74}" srcOrd="0" destOrd="0" presId="urn:microsoft.com/office/officeart/2018/2/layout/IconLabelList"/>
    <dgm:cxn modelId="{919FBB5D-FB2B-4E4A-8354-82896551FD06}" type="presParOf" srcId="{8318B778-1DDA-4E56-8651-1F15184A2930}" destId="{D8A9DFD3-6DD6-4DDA-81A2-18DFFD4F3343}" srcOrd="1" destOrd="0" presId="urn:microsoft.com/office/officeart/2018/2/layout/IconLabelList"/>
    <dgm:cxn modelId="{71E4A719-FF07-434B-B407-BD5D28BFD3C3}" type="presParOf" srcId="{8318B778-1DDA-4E56-8651-1F15184A2930}" destId="{16C87EDA-0B95-4280-AC07-157530283AD3}" srcOrd="2" destOrd="0" presId="urn:microsoft.com/office/officeart/2018/2/layout/IconLabelList"/>
    <dgm:cxn modelId="{A31493AD-EE96-4369-A9C6-1BFE79329E76}" type="presParOf" srcId="{CEC82526-A11A-4C11-BF3F-9582862F4F04}" destId="{3642BDE7-D628-48D7-9690-5ED09A09B36B}" srcOrd="3" destOrd="0" presId="urn:microsoft.com/office/officeart/2018/2/layout/IconLabelList"/>
    <dgm:cxn modelId="{F2E4E191-4B2B-42ED-B811-F98FA07EFBFF}" type="presParOf" srcId="{CEC82526-A11A-4C11-BF3F-9582862F4F04}" destId="{BF2A73CC-263A-444F-8024-5AE5DA4C7A3E}" srcOrd="4" destOrd="0" presId="urn:microsoft.com/office/officeart/2018/2/layout/IconLabelList"/>
    <dgm:cxn modelId="{0F7E047D-5386-485F-8F18-D28069F91A47}" type="presParOf" srcId="{BF2A73CC-263A-444F-8024-5AE5DA4C7A3E}" destId="{C7A24BCD-6476-43A0-B0DA-E9F4F8333B42}" srcOrd="0" destOrd="0" presId="urn:microsoft.com/office/officeart/2018/2/layout/IconLabelList"/>
    <dgm:cxn modelId="{975151EA-B7A8-47C7-B104-9F4C9AA19304}" type="presParOf" srcId="{BF2A73CC-263A-444F-8024-5AE5DA4C7A3E}" destId="{14E2355C-B736-4FCE-BA9E-56667164B843}" srcOrd="1" destOrd="0" presId="urn:microsoft.com/office/officeart/2018/2/layout/IconLabelList"/>
    <dgm:cxn modelId="{7ACC19A9-B524-4160-B50E-4AAE1200921C}" type="presParOf" srcId="{BF2A73CC-263A-444F-8024-5AE5DA4C7A3E}" destId="{88D2D79A-AF90-4FD0-A19F-A0A26129B53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BB574-DE60-4117-9A68-6F910C05E136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967D1-2827-4C12-957E-775D8430D493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4A930-AC71-4156-B310-FEC6F1A2DDCC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Built an automated system to extract weather data from websites </a:t>
          </a:r>
        </a:p>
      </dsp:txBody>
      <dsp:txXfrm>
        <a:off x="1339618" y="2288"/>
        <a:ext cx="5024605" cy="1159843"/>
      </dsp:txXfrm>
    </dsp:sp>
    <dsp:sp modelId="{13D4ABA0-CB15-4E66-A082-15CA0BE250E5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76D45-6B65-4CC4-9412-4B7329359413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0E347-0B2C-40C1-8B6E-4F9D251D717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Designed a </a:t>
          </a:r>
          <a:r>
            <a:rPr lang="en-US" sz="2200" b="1" kern="1200" dirty="0"/>
            <a:t>modular and scalable architecture</a:t>
          </a:r>
          <a:r>
            <a:rPr lang="en-US" sz="2200" kern="1200" dirty="0"/>
            <a:t> </a:t>
          </a:r>
        </a:p>
      </dsp:txBody>
      <dsp:txXfrm>
        <a:off x="1339618" y="1452092"/>
        <a:ext cx="5024605" cy="1159843"/>
      </dsp:txXfrm>
    </dsp:sp>
    <dsp:sp modelId="{25495F0A-EA02-477F-B0C9-F00F5917CE80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9E1D0-C317-40C7-9C31-B032C3645442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52B1E-E301-4B69-B29D-A1B275EA1584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Stored real-time data into </a:t>
          </a:r>
          <a:r>
            <a:rPr lang="en-US" sz="2200" b="1" kern="1200" dirty="0"/>
            <a:t>MySQL database</a:t>
          </a:r>
          <a:r>
            <a:rPr lang="en-US" sz="2200" kern="1200" dirty="0"/>
            <a:t> and </a:t>
          </a:r>
          <a:r>
            <a:rPr lang="en-US" sz="2200" b="1" kern="1200" dirty="0"/>
            <a:t>CSV</a:t>
          </a:r>
          <a:endParaRPr lang="en-US" sz="2200" kern="1200" dirty="0"/>
        </a:p>
      </dsp:txBody>
      <dsp:txXfrm>
        <a:off x="1339618" y="2901896"/>
        <a:ext cx="5024605" cy="1159843"/>
      </dsp:txXfrm>
    </dsp:sp>
    <dsp:sp modelId="{DCD1F5A8-9CAB-433A-9661-3EE33FCDC147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9172C4-2931-4905-B211-6E00755B5EC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614BD-FD81-46D0-A365-7EC6D9C33F5E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Enabled data analysis for weather trends </a:t>
          </a: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E4688-D9E1-4C04-BA11-6AB1DF5B5554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522AA-2A75-4B17-9FF3-1DF9EEF89382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5C639-54B3-4598-9C0C-A88763A50DDB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Weather data is scattered across websites </a:t>
          </a:r>
        </a:p>
      </dsp:txBody>
      <dsp:txXfrm>
        <a:off x="1819120" y="673"/>
        <a:ext cx="4545103" cy="1574995"/>
      </dsp:txXfrm>
    </dsp:sp>
    <dsp:sp modelId="{36CC17A7-5DF9-427D-B7AA-494B716AE75B}">
      <dsp:nvSpPr>
        <dsp:cNvPr id="0" name=""/>
        <dsp:cNvSpPr/>
      </dsp:nvSpPr>
      <dsp:spPr>
        <a:xfrm>
          <a:off x="0" y="1960267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10211-E309-4AC0-8335-4F94F3B2D130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86C78-68CC-4300-8A0D-3256CC5F5483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Manual extraction is inefficient </a:t>
          </a:r>
        </a:p>
      </dsp:txBody>
      <dsp:txXfrm>
        <a:off x="1819120" y="1969418"/>
        <a:ext cx="4545103" cy="1574995"/>
      </dsp:txXfrm>
    </dsp:sp>
    <dsp:sp modelId="{2CBECFD2-935E-4088-B98B-686BE43874EB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FD85F-EBCA-44C9-8C05-CBC592046757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4683D-1344-440F-80BC-35B596F58D02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Need automated pipeline for structured data collection </a:t>
          </a:r>
        </a:p>
      </dsp:txBody>
      <dsp:txXfrm>
        <a:off x="1819120" y="3938162"/>
        <a:ext cx="4545103" cy="1574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A5F1-0047-4A92-80C9-0118E0BF7481}">
      <dsp:nvSpPr>
        <dsp:cNvPr id="0" name=""/>
        <dsp:cNvSpPr/>
      </dsp:nvSpPr>
      <dsp:spPr>
        <a:xfrm>
          <a:off x="3080" y="136428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AA004-EF36-411C-A5D5-938433947FCA}">
      <dsp:nvSpPr>
        <dsp:cNvPr id="0" name=""/>
        <dsp:cNvSpPr/>
      </dsp:nvSpPr>
      <dsp:spPr>
        <a:xfrm>
          <a:off x="247486" y="159646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Developed a </a:t>
          </a:r>
          <a:r>
            <a:rPr lang="en-US" sz="2000" b="1" kern="1200"/>
            <a:t>Python-based scraping pipeline</a:t>
          </a:r>
          <a:r>
            <a:rPr lang="en-US" sz="2000" kern="1200"/>
            <a:t> </a:t>
          </a:r>
        </a:p>
      </dsp:txBody>
      <dsp:txXfrm>
        <a:off x="288396" y="1637375"/>
        <a:ext cx="2117829" cy="1314957"/>
      </dsp:txXfrm>
    </dsp:sp>
    <dsp:sp modelId="{CC1FB777-3BE2-4ADA-B9F7-C370C18D69C7}">
      <dsp:nvSpPr>
        <dsp:cNvPr id="0" name=""/>
        <dsp:cNvSpPr/>
      </dsp:nvSpPr>
      <dsp:spPr>
        <a:xfrm>
          <a:off x="2691541" y="136428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0F20A-E2BD-442D-BCA8-9520D4576917}">
      <dsp:nvSpPr>
        <dsp:cNvPr id="0" name=""/>
        <dsp:cNvSpPr/>
      </dsp:nvSpPr>
      <dsp:spPr>
        <a:xfrm>
          <a:off x="2935947" y="159646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Extracted real-time weather metrics </a:t>
          </a:r>
        </a:p>
      </dsp:txBody>
      <dsp:txXfrm>
        <a:off x="2976857" y="1637375"/>
        <a:ext cx="2117829" cy="1314957"/>
      </dsp:txXfrm>
    </dsp:sp>
    <dsp:sp modelId="{D4B956DA-54A1-45B1-91C8-FB6DE1C98678}">
      <dsp:nvSpPr>
        <dsp:cNvPr id="0" name=""/>
        <dsp:cNvSpPr/>
      </dsp:nvSpPr>
      <dsp:spPr>
        <a:xfrm>
          <a:off x="5380002" y="136428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B6CB2-52FD-484A-88CD-9604E5C63912}">
      <dsp:nvSpPr>
        <dsp:cNvPr id="0" name=""/>
        <dsp:cNvSpPr/>
      </dsp:nvSpPr>
      <dsp:spPr>
        <a:xfrm>
          <a:off x="5624408" y="159646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Stored data into database for analysis </a:t>
          </a:r>
        </a:p>
      </dsp:txBody>
      <dsp:txXfrm>
        <a:off x="5665318" y="1637375"/>
        <a:ext cx="2117829" cy="1314957"/>
      </dsp:txXfrm>
    </dsp:sp>
    <dsp:sp modelId="{234E1C41-EBA8-480A-8EBB-224C4EB8337F}">
      <dsp:nvSpPr>
        <dsp:cNvPr id="0" name=""/>
        <dsp:cNvSpPr/>
      </dsp:nvSpPr>
      <dsp:spPr>
        <a:xfrm>
          <a:off x="8068463" y="136428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54D0D-32DD-43DD-B900-8D698CD420A4}">
      <dsp:nvSpPr>
        <dsp:cNvPr id="0" name=""/>
        <dsp:cNvSpPr/>
      </dsp:nvSpPr>
      <dsp:spPr>
        <a:xfrm>
          <a:off x="8312869" y="159646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Implemented logging and error handling </a:t>
          </a:r>
        </a:p>
      </dsp:txBody>
      <dsp:txXfrm>
        <a:off x="8353779" y="1637375"/>
        <a:ext cx="2117829" cy="1314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6BD01-CE62-4C05-A01A-09D0D316377E}">
      <dsp:nvSpPr>
        <dsp:cNvPr id="0" name=""/>
        <dsp:cNvSpPr/>
      </dsp:nvSpPr>
      <dsp:spPr>
        <a:xfrm>
          <a:off x="2179929" y="1352"/>
          <a:ext cx="2452420" cy="4816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City Name </a:t>
          </a:r>
        </a:p>
      </dsp:txBody>
      <dsp:txXfrm>
        <a:off x="2203439" y="24862"/>
        <a:ext cx="2405400" cy="434593"/>
      </dsp:txXfrm>
    </dsp:sp>
    <dsp:sp modelId="{E632F834-864E-4CCD-9A36-DB0AD6FCA6F4}">
      <dsp:nvSpPr>
        <dsp:cNvPr id="0" name=""/>
        <dsp:cNvSpPr/>
      </dsp:nvSpPr>
      <dsp:spPr>
        <a:xfrm>
          <a:off x="2179929" y="507047"/>
          <a:ext cx="2452420" cy="481613"/>
        </a:xfrm>
        <a:prstGeom prst="roundRect">
          <a:avLst/>
        </a:prstGeom>
        <a:solidFill>
          <a:schemeClr val="accent5">
            <a:hueOff val="1740986"/>
            <a:satOff val="769"/>
            <a:lumOff val="-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Current Temperature </a:t>
          </a:r>
        </a:p>
      </dsp:txBody>
      <dsp:txXfrm>
        <a:off x="2203439" y="530557"/>
        <a:ext cx="2405400" cy="434593"/>
      </dsp:txXfrm>
    </dsp:sp>
    <dsp:sp modelId="{C75033BC-CBD8-41EC-95D3-5CDF3125A989}">
      <dsp:nvSpPr>
        <dsp:cNvPr id="0" name=""/>
        <dsp:cNvSpPr/>
      </dsp:nvSpPr>
      <dsp:spPr>
        <a:xfrm>
          <a:off x="2179929" y="1012741"/>
          <a:ext cx="2452420" cy="481613"/>
        </a:xfrm>
        <a:prstGeom prst="roundRect">
          <a:avLst/>
        </a:prstGeom>
        <a:solidFill>
          <a:schemeClr val="accent5">
            <a:hueOff val="3481973"/>
            <a:satOff val="1538"/>
            <a:lumOff val="-1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High &amp; Low Temperature </a:t>
          </a:r>
        </a:p>
      </dsp:txBody>
      <dsp:txXfrm>
        <a:off x="2203439" y="1036251"/>
        <a:ext cx="2405400" cy="434593"/>
      </dsp:txXfrm>
    </dsp:sp>
    <dsp:sp modelId="{8D938BFD-4613-4FC9-975B-F14F8233FC89}">
      <dsp:nvSpPr>
        <dsp:cNvPr id="0" name=""/>
        <dsp:cNvSpPr/>
      </dsp:nvSpPr>
      <dsp:spPr>
        <a:xfrm>
          <a:off x="2179929" y="1518436"/>
          <a:ext cx="2452420" cy="481613"/>
        </a:xfrm>
        <a:prstGeom prst="roundRect">
          <a:avLst/>
        </a:prstGeom>
        <a:solidFill>
          <a:schemeClr val="accent5">
            <a:hueOff val="5222959"/>
            <a:satOff val="2308"/>
            <a:lumOff val="-2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Weather Condition </a:t>
          </a:r>
        </a:p>
      </dsp:txBody>
      <dsp:txXfrm>
        <a:off x="2203439" y="1541946"/>
        <a:ext cx="2405400" cy="434593"/>
      </dsp:txXfrm>
    </dsp:sp>
    <dsp:sp modelId="{EF428BD5-CBDB-4863-9AF6-E687174EE6EE}">
      <dsp:nvSpPr>
        <dsp:cNvPr id="0" name=""/>
        <dsp:cNvSpPr/>
      </dsp:nvSpPr>
      <dsp:spPr>
        <a:xfrm>
          <a:off x="2179929" y="2024130"/>
          <a:ext cx="2452420" cy="481613"/>
        </a:xfrm>
        <a:prstGeom prst="roundRect">
          <a:avLst/>
        </a:prstGeom>
        <a:solidFill>
          <a:schemeClr val="accent5">
            <a:hueOff val="6963945"/>
            <a:satOff val="3077"/>
            <a:lumOff val="-3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Chances of Rain</a:t>
          </a:r>
          <a:endParaRPr lang="en-US" sz="1300" kern="1200"/>
        </a:p>
      </dsp:txBody>
      <dsp:txXfrm>
        <a:off x="2203439" y="2047640"/>
        <a:ext cx="2405400" cy="434593"/>
      </dsp:txXfrm>
    </dsp:sp>
    <dsp:sp modelId="{B3A4E40A-F234-44BD-80FE-4E8044D15B09}">
      <dsp:nvSpPr>
        <dsp:cNvPr id="0" name=""/>
        <dsp:cNvSpPr/>
      </dsp:nvSpPr>
      <dsp:spPr>
        <a:xfrm>
          <a:off x="2179929" y="2529825"/>
          <a:ext cx="2452420" cy="481613"/>
        </a:xfrm>
        <a:prstGeom prst="roundRect">
          <a:avLst/>
        </a:prstGeom>
        <a:solidFill>
          <a:schemeClr val="accent5">
            <a:hueOff val="8704932"/>
            <a:satOff val="3846"/>
            <a:lumOff val="-4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Feels Like </a:t>
          </a:r>
        </a:p>
      </dsp:txBody>
      <dsp:txXfrm>
        <a:off x="2203439" y="2553335"/>
        <a:ext cx="2405400" cy="434593"/>
      </dsp:txXfrm>
    </dsp:sp>
    <dsp:sp modelId="{200B24AA-814D-434B-A9C0-B053E78DF7EA}">
      <dsp:nvSpPr>
        <dsp:cNvPr id="0" name=""/>
        <dsp:cNvSpPr/>
      </dsp:nvSpPr>
      <dsp:spPr>
        <a:xfrm>
          <a:off x="2179929" y="3035519"/>
          <a:ext cx="2452420" cy="481613"/>
        </a:xfrm>
        <a:prstGeom prst="roundRect">
          <a:avLst/>
        </a:prstGeom>
        <a:solidFill>
          <a:schemeClr val="accent5">
            <a:hueOff val="10445919"/>
            <a:satOff val="4615"/>
            <a:lumOff val="-5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Humidity </a:t>
          </a:r>
        </a:p>
      </dsp:txBody>
      <dsp:txXfrm>
        <a:off x="2203439" y="3059029"/>
        <a:ext cx="2405400" cy="434593"/>
      </dsp:txXfrm>
    </dsp:sp>
    <dsp:sp modelId="{8D09C68E-0C50-4D62-9E49-AE8EF0DECC9D}">
      <dsp:nvSpPr>
        <dsp:cNvPr id="0" name=""/>
        <dsp:cNvSpPr/>
      </dsp:nvSpPr>
      <dsp:spPr>
        <a:xfrm>
          <a:off x="2179929" y="3541214"/>
          <a:ext cx="2452420" cy="481613"/>
        </a:xfrm>
        <a:prstGeom prst="roundRect">
          <a:avLst/>
        </a:prstGeom>
        <a:solidFill>
          <a:schemeClr val="accent5">
            <a:hueOff val="12186905"/>
            <a:satOff val="5384"/>
            <a:lumOff val="-5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Cloud cover</a:t>
          </a:r>
        </a:p>
      </dsp:txBody>
      <dsp:txXfrm>
        <a:off x="2203439" y="3564724"/>
        <a:ext cx="2405400" cy="434593"/>
      </dsp:txXfrm>
    </dsp:sp>
    <dsp:sp modelId="{8BB79FE7-30A6-4CE1-B0E5-FBD1D5E5D4C5}">
      <dsp:nvSpPr>
        <dsp:cNvPr id="0" name=""/>
        <dsp:cNvSpPr/>
      </dsp:nvSpPr>
      <dsp:spPr>
        <a:xfrm>
          <a:off x="2179929" y="4046908"/>
          <a:ext cx="2452420" cy="481613"/>
        </a:xfrm>
        <a:prstGeom prst="roundRect">
          <a:avLst/>
        </a:prstGeom>
        <a:solidFill>
          <a:schemeClr val="accent5">
            <a:hueOff val="13927891"/>
            <a:satOff val="6154"/>
            <a:lumOff val="-6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Wind Speed &amp; Direction and degree</a:t>
          </a:r>
        </a:p>
      </dsp:txBody>
      <dsp:txXfrm>
        <a:off x="2203439" y="4070418"/>
        <a:ext cx="2405400" cy="434593"/>
      </dsp:txXfrm>
    </dsp:sp>
    <dsp:sp modelId="{8AC2084B-AD87-4737-9A94-C5B5FEA78FA2}">
      <dsp:nvSpPr>
        <dsp:cNvPr id="0" name=""/>
        <dsp:cNvSpPr/>
      </dsp:nvSpPr>
      <dsp:spPr>
        <a:xfrm>
          <a:off x="2179929" y="4552602"/>
          <a:ext cx="2452420" cy="481613"/>
        </a:xfrm>
        <a:prstGeom prst="roundRect">
          <a:avLst/>
        </a:prstGeom>
        <a:solidFill>
          <a:schemeClr val="accent5">
            <a:hueOff val="15668877"/>
            <a:satOff val="6923"/>
            <a:lumOff val="-75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AQI (Air Quality Index) </a:t>
          </a:r>
        </a:p>
      </dsp:txBody>
      <dsp:txXfrm>
        <a:off x="2203439" y="4576112"/>
        <a:ext cx="2405400" cy="434593"/>
      </dsp:txXfrm>
    </dsp:sp>
    <dsp:sp modelId="{0CF10914-9343-45C2-B5D2-BF9A05219B4C}">
      <dsp:nvSpPr>
        <dsp:cNvPr id="0" name=""/>
        <dsp:cNvSpPr/>
      </dsp:nvSpPr>
      <dsp:spPr>
        <a:xfrm>
          <a:off x="2179929" y="5058297"/>
          <a:ext cx="2452420" cy="481613"/>
        </a:xfrm>
        <a:prstGeom prst="roundRect">
          <a:avLst/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Pressure, Visibility, UV Index </a:t>
          </a:r>
        </a:p>
      </dsp:txBody>
      <dsp:txXfrm>
        <a:off x="2203439" y="5081807"/>
        <a:ext cx="2405400" cy="4345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6FCB2-FCDF-4100-A93A-365A1CE4901F}">
      <dsp:nvSpPr>
        <dsp:cNvPr id="0" name=""/>
        <dsp:cNvSpPr/>
      </dsp:nvSpPr>
      <dsp:spPr>
        <a:xfrm>
          <a:off x="1974562" y="1038585"/>
          <a:ext cx="4227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275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74607" y="1082038"/>
        <a:ext cx="22667" cy="4533"/>
      </dsp:txXfrm>
    </dsp:sp>
    <dsp:sp modelId="{984FFD0F-1E05-4231-83DD-80E60A1064E3}">
      <dsp:nvSpPr>
        <dsp:cNvPr id="0" name=""/>
        <dsp:cNvSpPr/>
      </dsp:nvSpPr>
      <dsp:spPr>
        <a:xfrm>
          <a:off x="5236" y="492967"/>
          <a:ext cx="1971125" cy="1182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Launch browser using </a:t>
          </a:r>
          <a:r>
            <a:rPr lang="en-US" sz="1700" b="1" kern="1200"/>
            <a:t>Selenium WebDriver</a:t>
          </a:r>
          <a:r>
            <a:rPr lang="en-US" sz="1700" kern="1200"/>
            <a:t> </a:t>
          </a:r>
        </a:p>
      </dsp:txBody>
      <dsp:txXfrm>
        <a:off x="5236" y="492967"/>
        <a:ext cx="1971125" cy="1182675"/>
      </dsp:txXfrm>
    </dsp:sp>
    <dsp:sp modelId="{9EB415B9-7ED7-483D-80AE-295AEBE053BE}">
      <dsp:nvSpPr>
        <dsp:cNvPr id="0" name=""/>
        <dsp:cNvSpPr/>
      </dsp:nvSpPr>
      <dsp:spPr>
        <a:xfrm>
          <a:off x="4399046" y="1038585"/>
          <a:ext cx="4227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2758" y="45720"/>
              </a:lnTo>
            </a:path>
          </a:pathLst>
        </a:custGeom>
        <a:noFill/>
        <a:ln w="6350" cap="flat" cmpd="sng" algn="ctr">
          <a:solidFill>
            <a:schemeClr val="accent2">
              <a:hueOff val="-489910"/>
              <a:satOff val="-2263"/>
              <a:lumOff val="-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99092" y="1082038"/>
        <a:ext cx="22667" cy="4533"/>
      </dsp:txXfrm>
    </dsp:sp>
    <dsp:sp modelId="{A44400D0-4B03-4B53-A852-1AF8CF5B29AA}">
      <dsp:nvSpPr>
        <dsp:cNvPr id="0" name=""/>
        <dsp:cNvSpPr/>
      </dsp:nvSpPr>
      <dsp:spPr>
        <a:xfrm>
          <a:off x="2429721" y="492967"/>
          <a:ext cx="1971125" cy="1182675"/>
        </a:xfrm>
        <a:prstGeom prst="rect">
          <a:avLst/>
        </a:prstGeom>
        <a:solidFill>
          <a:schemeClr val="accent2">
            <a:hueOff val="-408258"/>
            <a:satOff val="-1886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 target weather website URL </a:t>
          </a:r>
        </a:p>
      </dsp:txBody>
      <dsp:txXfrm>
        <a:off x="2429721" y="492967"/>
        <a:ext cx="1971125" cy="1182675"/>
      </dsp:txXfrm>
    </dsp:sp>
    <dsp:sp modelId="{A51933FB-6836-44FE-9A84-24A768875706}">
      <dsp:nvSpPr>
        <dsp:cNvPr id="0" name=""/>
        <dsp:cNvSpPr/>
      </dsp:nvSpPr>
      <dsp:spPr>
        <a:xfrm>
          <a:off x="990799" y="1673843"/>
          <a:ext cx="4848969" cy="422758"/>
        </a:xfrm>
        <a:custGeom>
          <a:avLst/>
          <a:gdLst/>
          <a:ahLst/>
          <a:cxnLst/>
          <a:rect l="0" t="0" r="0" b="0"/>
          <a:pathLst>
            <a:path>
              <a:moveTo>
                <a:pt x="4848969" y="0"/>
              </a:moveTo>
              <a:lnTo>
                <a:pt x="4848969" y="228479"/>
              </a:lnTo>
              <a:lnTo>
                <a:pt x="0" y="228479"/>
              </a:lnTo>
              <a:lnTo>
                <a:pt x="0" y="422758"/>
              </a:lnTo>
            </a:path>
          </a:pathLst>
        </a:custGeom>
        <a:noFill/>
        <a:ln w="6350" cap="flat" cmpd="sng" algn="ctr">
          <a:solidFill>
            <a:schemeClr val="accent2">
              <a:hueOff val="-979820"/>
              <a:satOff val="-4526"/>
              <a:lumOff val="-9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3531" y="1882955"/>
        <a:ext cx="243505" cy="4533"/>
      </dsp:txXfrm>
    </dsp:sp>
    <dsp:sp modelId="{E1E9FF91-7279-4472-8451-F1FAF4A994FC}">
      <dsp:nvSpPr>
        <dsp:cNvPr id="0" name=""/>
        <dsp:cNvSpPr/>
      </dsp:nvSpPr>
      <dsp:spPr>
        <a:xfrm>
          <a:off x="4854205" y="492967"/>
          <a:ext cx="1971125" cy="1182675"/>
        </a:xfrm>
        <a:prstGeom prst="rect">
          <a:avLst/>
        </a:prstGeom>
        <a:solidFill>
          <a:schemeClr val="accent2">
            <a:hueOff val="-816517"/>
            <a:satOff val="-3771"/>
            <a:lumOff val="-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Wait for page to fully load (handle dynamic content) </a:t>
          </a:r>
        </a:p>
      </dsp:txBody>
      <dsp:txXfrm>
        <a:off x="4854205" y="492967"/>
        <a:ext cx="1971125" cy="1182675"/>
      </dsp:txXfrm>
    </dsp:sp>
    <dsp:sp modelId="{CA743DD7-5640-45EE-92D2-B09102DA5E0D}">
      <dsp:nvSpPr>
        <dsp:cNvPr id="0" name=""/>
        <dsp:cNvSpPr/>
      </dsp:nvSpPr>
      <dsp:spPr>
        <a:xfrm>
          <a:off x="1974562" y="2674620"/>
          <a:ext cx="4227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2758" y="45720"/>
              </a:lnTo>
            </a:path>
          </a:pathLst>
        </a:custGeom>
        <a:noFill/>
        <a:ln w="6350" cap="flat" cmpd="sng" algn="ctr">
          <a:solidFill>
            <a:schemeClr val="accent2">
              <a:hueOff val="-1469730"/>
              <a:satOff val="-6788"/>
              <a:lumOff val="-141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74607" y="2718073"/>
        <a:ext cx="22667" cy="4533"/>
      </dsp:txXfrm>
    </dsp:sp>
    <dsp:sp modelId="{8EDEF81F-4ADF-41B2-B222-2BD798BCBC6C}">
      <dsp:nvSpPr>
        <dsp:cNvPr id="0" name=""/>
        <dsp:cNvSpPr/>
      </dsp:nvSpPr>
      <dsp:spPr>
        <a:xfrm>
          <a:off x="5236" y="2129002"/>
          <a:ext cx="1971125" cy="1182675"/>
        </a:xfrm>
        <a:prstGeom prst="rect">
          <a:avLst/>
        </a:prstGeom>
        <a:solidFill>
          <a:schemeClr val="accent2">
            <a:hueOff val="-1224775"/>
            <a:satOff val="-5657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Locate elements using XPath / CSS selectors </a:t>
          </a:r>
        </a:p>
      </dsp:txBody>
      <dsp:txXfrm>
        <a:off x="5236" y="2129002"/>
        <a:ext cx="1971125" cy="1182675"/>
      </dsp:txXfrm>
    </dsp:sp>
    <dsp:sp modelId="{7BCAA00F-F832-43CE-B856-DE27F4C7BBF8}">
      <dsp:nvSpPr>
        <dsp:cNvPr id="0" name=""/>
        <dsp:cNvSpPr/>
      </dsp:nvSpPr>
      <dsp:spPr>
        <a:xfrm>
          <a:off x="4399046" y="2674620"/>
          <a:ext cx="4227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2758" y="45720"/>
              </a:lnTo>
            </a:path>
          </a:pathLst>
        </a:custGeom>
        <a:noFill/>
        <a:ln w="6350" cap="flat" cmpd="sng" algn="ctr">
          <a:solidFill>
            <a:schemeClr val="accent2">
              <a:hueOff val="-1959640"/>
              <a:satOff val="-9051"/>
              <a:lumOff val="-188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99092" y="2718073"/>
        <a:ext cx="22667" cy="4533"/>
      </dsp:txXfrm>
    </dsp:sp>
    <dsp:sp modelId="{B5F9F055-CAF5-4864-8BC8-9191BD984858}">
      <dsp:nvSpPr>
        <dsp:cNvPr id="0" name=""/>
        <dsp:cNvSpPr/>
      </dsp:nvSpPr>
      <dsp:spPr>
        <a:xfrm>
          <a:off x="2429721" y="2129002"/>
          <a:ext cx="1971125" cy="1182675"/>
        </a:xfrm>
        <a:prstGeom prst="rect">
          <a:avLst/>
        </a:prstGeom>
        <a:solidFill>
          <a:schemeClr val="accent2">
            <a:hueOff val="-1633033"/>
            <a:satOff val="-7543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Extract required data (Temperature, AQI, etc.) </a:t>
          </a:r>
        </a:p>
      </dsp:txBody>
      <dsp:txXfrm>
        <a:off x="2429721" y="2129002"/>
        <a:ext cx="1971125" cy="1182675"/>
      </dsp:txXfrm>
    </dsp:sp>
    <dsp:sp modelId="{BAB5BB93-08AE-4431-8E6B-3B23A37F6181}">
      <dsp:nvSpPr>
        <dsp:cNvPr id="0" name=""/>
        <dsp:cNvSpPr/>
      </dsp:nvSpPr>
      <dsp:spPr>
        <a:xfrm>
          <a:off x="990799" y="3309877"/>
          <a:ext cx="4848969" cy="422758"/>
        </a:xfrm>
        <a:custGeom>
          <a:avLst/>
          <a:gdLst/>
          <a:ahLst/>
          <a:cxnLst/>
          <a:rect l="0" t="0" r="0" b="0"/>
          <a:pathLst>
            <a:path>
              <a:moveTo>
                <a:pt x="4848969" y="0"/>
              </a:moveTo>
              <a:lnTo>
                <a:pt x="4848969" y="228479"/>
              </a:lnTo>
              <a:lnTo>
                <a:pt x="0" y="228479"/>
              </a:lnTo>
              <a:lnTo>
                <a:pt x="0" y="422758"/>
              </a:lnTo>
            </a:path>
          </a:pathLst>
        </a:custGeom>
        <a:noFill/>
        <a:ln w="6350" cap="flat" cmpd="sng" algn="ctr">
          <a:solidFill>
            <a:schemeClr val="accent2">
              <a:hueOff val="-2449550"/>
              <a:satOff val="-11314"/>
              <a:lumOff val="-23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93531" y="3518990"/>
        <a:ext cx="243505" cy="4533"/>
      </dsp:txXfrm>
    </dsp:sp>
    <dsp:sp modelId="{52DE37CC-9221-4728-B390-982A07547BBD}">
      <dsp:nvSpPr>
        <dsp:cNvPr id="0" name=""/>
        <dsp:cNvSpPr/>
      </dsp:nvSpPr>
      <dsp:spPr>
        <a:xfrm>
          <a:off x="4854205" y="2129002"/>
          <a:ext cx="1971125" cy="1182675"/>
        </a:xfrm>
        <a:prstGeom prst="rect">
          <a:avLst/>
        </a:prstGeom>
        <a:solidFill>
          <a:schemeClr val="accent2">
            <a:hueOff val="-2041292"/>
            <a:satOff val="-9428"/>
            <a:lumOff val="-19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 missing or dynamic values using safe extraction </a:t>
          </a:r>
        </a:p>
      </dsp:txBody>
      <dsp:txXfrm>
        <a:off x="4854205" y="2129002"/>
        <a:ext cx="1971125" cy="1182675"/>
      </dsp:txXfrm>
    </dsp:sp>
    <dsp:sp modelId="{D724619D-E7C4-41FD-B628-F08777515C82}">
      <dsp:nvSpPr>
        <dsp:cNvPr id="0" name=""/>
        <dsp:cNvSpPr/>
      </dsp:nvSpPr>
      <dsp:spPr>
        <a:xfrm>
          <a:off x="5236" y="3765036"/>
          <a:ext cx="1971125" cy="1182675"/>
        </a:xfrm>
        <a:prstGeom prst="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87" tIns="101385" rIns="96587" bIns="101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 extracted data in structured format (MySQL,CSV) </a:t>
          </a:r>
        </a:p>
      </dsp:txBody>
      <dsp:txXfrm>
        <a:off x="5236" y="3765036"/>
        <a:ext cx="1971125" cy="11826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84E03-80E9-48E9-8301-22C99C7DA588}">
      <dsp:nvSpPr>
        <dsp:cNvPr id="0" name=""/>
        <dsp:cNvSpPr/>
      </dsp:nvSpPr>
      <dsp:spPr>
        <a:xfrm>
          <a:off x="635507" y="0"/>
          <a:ext cx="5541264" cy="55412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115FE-C3E5-465A-A8D3-666F69A6AFA8}">
      <dsp:nvSpPr>
        <dsp:cNvPr id="0" name=""/>
        <dsp:cNvSpPr/>
      </dsp:nvSpPr>
      <dsp:spPr>
        <a:xfrm>
          <a:off x="1161928" y="526420"/>
          <a:ext cx="2161092" cy="216109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Custom method: safe_extract() </a:t>
          </a:r>
          <a:endParaRPr lang="en-US" sz="2300" kern="1200"/>
        </a:p>
      </dsp:txBody>
      <dsp:txXfrm>
        <a:off x="1267424" y="631916"/>
        <a:ext cx="1950100" cy="1950100"/>
      </dsp:txXfrm>
    </dsp:sp>
    <dsp:sp modelId="{36CA3232-26D7-452C-A3D6-2F41D4F03E6A}">
      <dsp:nvSpPr>
        <dsp:cNvPr id="0" name=""/>
        <dsp:cNvSpPr/>
      </dsp:nvSpPr>
      <dsp:spPr>
        <a:xfrm>
          <a:off x="3489258" y="526420"/>
          <a:ext cx="2161092" cy="216109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XPath-based extraction </a:t>
          </a:r>
          <a:endParaRPr lang="en-US" sz="2300" kern="1200"/>
        </a:p>
      </dsp:txBody>
      <dsp:txXfrm>
        <a:off x="3594754" y="631916"/>
        <a:ext cx="1950100" cy="1950100"/>
      </dsp:txXfrm>
    </dsp:sp>
    <dsp:sp modelId="{201DBBC1-B75A-4BE2-B24D-0FB2736B04CA}">
      <dsp:nvSpPr>
        <dsp:cNvPr id="0" name=""/>
        <dsp:cNvSpPr/>
      </dsp:nvSpPr>
      <dsp:spPr>
        <a:xfrm>
          <a:off x="1161928" y="2853750"/>
          <a:ext cx="2161092" cy="216109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Exception handling using try-except </a:t>
          </a:r>
          <a:endParaRPr lang="en-US" sz="2300" kern="1200"/>
        </a:p>
      </dsp:txBody>
      <dsp:txXfrm>
        <a:off x="1267424" y="2959246"/>
        <a:ext cx="1950100" cy="1950100"/>
      </dsp:txXfrm>
    </dsp:sp>
    <dsp:sp modelId="{24D36B4E-6AE7-4B0C-BDD9-20B147C86AF4}">
      <dsp:nvSpPr>
        <dsp:cNvPr id="0" name=""/>
        <dsp:cNvSpPr/>
      </dsp:nvSpPr>
      <dsp:spPr>
        <a:xfrm>
          <a:off x="3489258" y="2853750"/>
          <a:ext cx="2161092" cy="216109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Dynamic data dictionary creation </a:t>
          </a:r>
          <a:endParaRPr lang="en-US" sz="2300" kern="1200"/>
        </a:p>
      </dsp:txBody>
      <dsp:txXfrm>
        <a:off x="3594754" y="2959246"/>
        <a:ext cx="1950100" cy="19501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4C70B-3558-4183-B593-2E0002559D4C}">
      <dsp:nvSpPr>
        <dsp:cNvPr id="0" name=""/>
        <dsp:cNvSpPr/>
      </dsp:nvSpPr>
      <dsp:spPr>
        <a:xfrm>
          <a:off x="1138979" y="1206562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EEA24-AE2E-4A5C-A85F-8242F732AAF4}">
      <dsp:nvSpPr>
        <dsp:cNvPr id="0" name=""/>
        <dsp:cNvSpPr/>
      </dsp:nvSpPr>
      <dsp:spPr>
        <a:xfrm>
          <a:off x="569079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Stored in: </a:t>
          </a:r>
          <a:endParaRPr lang="en-US" sz="1900" kern="1200"/>
        </a:p>
      </dsp:txBody>
      <dsp:txXfrm>
        <a:off x="569079" y="2430961"/>
        <a:ext cx="2072362" cy="720000"/>
      </dsp:txXfrm>
    </dsp:sp>
    <dsp:sp modelId="{98F0C6F0-3ACD-4D45-B2DA-9742DFE71618}">
      <dsp:nvSpPr>
        <dsp:cNvPr id="0" name=""/>
        <dsp:cNvSpPr/>
      </dsp:nvSpPr>
      <dsp:spPr>
        <a:xfrm>
          <a:off x="3574005" y="1206562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EBEFB-C1C1-4DB0-BFD0-040D4F2B4BED}">
      <dsp:nvSpPr>
        <dsp:cNvPr id="0" name=""/>
        <dsp:cNvSpPr/>
      </dsp:nvSpPr>
      <dsp:spPr>
        <a:xfrm>
          <a:off x="3004105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CSV (aqi_data.csv) </a:t>
          </a:r>
          <a:endParaRPr lang="en-US" sz="1900" kern="1200"/>
        </a:p>
      </dsp:txBody>
      <dsp:txXfrm>
        <a:off x="3004105" y="2430961"/>
        <a:ext cx="2072362" cy="720000"/>
      </dsp:txXfrm>
    </dsp:sp>
    <dsp:sp modelId="{3BB7D505-E8FA-4E58-A03F-EFACBD539DEA}">
      <dsp:nvSpPr>
        <dsp:cNvPr id="0" name=""/>
        <dsp:cNvSpPr/>
      </dsp:nvSpPr>
      <dsp:spPr>
        <a:xfrm>
          <a:off x="6009031" y="1206562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BFC15-2E4C-4A38-B2E6-CD52D1BFB803}">
      <dsp:nvSpPr>
        <dsp:cNvPr id="0" name=""/>
        <dsp:cNvSpPr/>
      </dsp:nvSpPr>
      <dsp:spPr>
        <a:xfrm>
          <a:off x="5439131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MySQL database </a:t>
          </a:r>
          <a:endParaRPr lang="en-US" sz="1900" kern="1200"/>
        </a:p>
      </dsp:txBody>
      <dsp:txXfrm>
        <a:off x="5439131" y="2430961"/>
        <a:ext cx="2072362" cy="720000"/>
      </dsp:txXfrm>
    </dsp:sp>
    <dsp:sp modelId="{C687245B-078A-440F-8853-F46F17D2A39E}">
      <dsp:nvSpPr>
        <dsp:cNvPr id="0" name=""/>
        <dsp:cNvSpPr/>
      </dsp:nvSpPr>
      <dsp:spPr>
        <a:xfrm>
          <a:off x="8444057" y="1206562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43E8C-6526-4D61-8426-DCB1AC852F3F}">
      <dsp:nvSpPr>
        <dsp:cNvPr id="0" name=""/>
        <dsp:cNvSpPr/>
      </dsp:nvSpPr>
      <dsp:spPr>
        <a:xfrm>
          <a:off x="7874157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Ensures structured and reusable data </a:t>
          </a:r>
          <a:endParaRPr lang="en-US" sz="1900" kern="1200"/>
        </a:p>
      </dsp:txBody>
      <dsp:txXfrm>
        <a:off x="7874157" y="2430961"/>
        <a:ext cx="2072362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69829-1FBC-4314-BCCF-BBD573C26A02}">
      <dsp:nvSpPr>
        <dsp:cNvPr id="0" name=""/>
        <dsp:cNvSpPr/>
      </dsp:nvSpPr>
      <dsp:spPr>
        <a:xfrm>
          <a:off x="0" y="1511495"/>
          <a:ext cx="636422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18FD0-0E7E-4DED-BCDD-B6CBC136A904}">
      <dsp:nvSpPr>
        <dsp:cNvPr id="0" name=""/>
        <dsp:cNvSpPr/>
      </dsp:nvSpPr>
      <dsp:spPr>
        <a:xfrm>
          <a:off x="318211" y="1260576"/>
          <a:ext cx="4454956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Used MySQL to store data </a:t>
          </a:r>
          <a:endParaRPr lang="en-US" sz="1700" kern="1200"/>
        </a:p>
      </dsp:txBody>
      <dsp:txXfrm>
        <a:off x="342709" y="1285074"/>
        <a:ext cx="4405960" cy="452844"/>
      </dsp:txXfrm>
    </dsp:sp>
    <dsp:sp modelId="{788824E6-E0CD-4BAF-A40C-FFC752DE9354}">
      <dsp:nvSpPr>
        <dsp:cNvPr id="0" name=""/>
        <dsp:cNvSpPr/>
      </dsp:nvSpPr>
      <dsp:spPr>
        <a:xfrm>
          <a:off x="0" y="2282616"/>
          <a:ext cx="636422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16517"/>
              <a:satOff val="-3771"/>
              <a:lumOff val="-7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E30D5-0EE1-403D-AEBE-7BF9F70084AE}">
      <dsp:nvSpPr>
        <dsp:cNvPr id="0" name=""/>
        <dsp:cNvSpPr/>
      </dsp:nvSpPr>
      <dsp:spPr>
        <a:xfrm>
          <a:off x="318211" y="2031696"/>
          <a:ext cx="4454956" cy="501840"/>
        </a:xfrm>
        <a:prstGeom prst="roundRect">
          <a:avLst/>
        </a:prstGeom>
        <a:solidFill>
          <a:schemeClr val="accent2">
            <a:hueOff val="-816517"/>
            <a:satOff val="-3771"/>
            <a:lumOff val="-7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Data saved automatically after scraping </a:t>
          </a:r>
          <a:endParaRPr lang="en-US" sz="1700" kern="1200"/>
        </a:p>
      </dsp:txBody>
      <dsp:txXfrm>
        <a:off x="342709" y="2056194"/>
        <a:ext cx="4405960" cy="452844"/>
      </dsp:txXfrm>
    </dsp:sp>
    <dsp:sp modelId="{BDC64B90-C7BC-4FC4-9D1E-8A736B6D4C0F}">
      <dsp:nvSpPr>
        <dsp:cNvPr id="0" name=""/>
        <dsp:cNvSpPr/>
      </dsp:nvSpPr>
      <dsp:spPr>
        <a:xfrm>
          <a:off x="0" y="3053735"/>
          <a:ext cx="636422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633033"/>
              <a:satOff val="-7543"/>
              <a:lumOff val="-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3F2C8-B7B4-4210-A174-D085911E92C5}">
      <dsp:nvSpPr>
        <dsp:cNvPr id="0" name=""/>
        <dsp:cNvSpPr/>
      </dsp:nvSpPr>
      <dsp:spPr>
        <a:xfrm>
          <a:off x="318211" y="2802815"/>
          <a:ext cx="4454956" cy="501840"/>
        </a:xfrm>
        <a:prstGeom prst="roundRect">
          <a:avLst/>
        </a:prstGeom>
        <a:solidFill>
          <a:schemeClr val="accent2">
            <a:hueOff val="-1633033"/>
            <a:satOff val="-7543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Data stored in structured format </a:t>
          </a:r>
          <a:endParaRPr lang="en-US" sz="1700" kern="1200"/>
        </a:p>
      </dsp:txBody>
      <dsp:txXfrm>
        <a:off x="342709" y="2827313"/>
        <a:ext cx="4405960" cy="452844"/>
      </dsp:txXfrm>
    </dsp:sp>
    <dsp:sp modelId="{274872E6-890A-467F-AE4D-2E6117ED8724}">
      <dsp:nvSpPr>
        <dsp:cNvPr id="0" name=""/>
        <dsp:cNvSpPr/>
      </dsp:nvSpPr>
      <dsp:spPr>
        <a:xfrm>
          <a:off x="0" y="3824856"/>
          <a:ext cx="636422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449550"/>
              <a:satOff val="-11314"/>
              <a:lumOff val="-23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AE2A8-44A1-46BE-9B60-33E0CB71D691}">
      <dsp:nvSpPr>
        <dsp:cNvPr id="0" name=""/>
        <dsp:cNvSpPr/>
      </dsp:nvSpPr>
      <dsp:spPr>
        <a:xfrm>
          <a:off x="318211" y="3573936"/>
          <a:ext cx="4454956" cy="50184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Helps in easy analysis and querying </a:t>
          </a:r>
          <a:endParaRPr lang="en-US" sz="1700" kern="1200"/>
        </a:p>
      </dsp:txBody>
      <dsp:txXfrm>
        <a:off x="342709" y="3598434"/>
        <a:ext cx="4405960" cy="45284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F09E3-4D76-4AA2-A5D9-E9C908E77241}">
      <dsp:nvSpPr>
        <dsp:cNvPr id="0" name=""/>
        <dsp:cNvSpPr/>
      </dsp:nvSpPr>
      <dsp:spPr>
        <a:xfrm>
          <a:off x="0" y="384515"/>
          <a:ext cx="63642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B9559-CF9C-45E3-B5D3-7B865488423A}">
      <dsp:nvSpPr>
        <dsp:cNvPr id="0" name=""/>
        <dsp:cNvSpPr/>
      </dsp:nvSpPr>
      <dsp:spPr>
        <a:xfrm>
          <a:off x="318211" y="89315"/>
          <a:ext cx="4454956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Logs execution details </a:t>
          </a:r>
          <a:endParaRPr lang="en-US" sz="2000" kern="1200" dirty="0"/>
        </a:p>
      </dsp:txBody>
      <dsp:txXfrm>
        <a:off x="347032" y="118136"/>
        <a:ext cx="4397314" cy="532758"/>
      </dsp:txXfrm>
    </dsp:sp>
    <dsp:sp modelId="{79C2A5D9-E557-4AF2-9C7D-66281E2EA7EF}">
      <dsp:nvSpPr>
        <dsp:cNvPr id="0" name=""/>
        <dsp:cNvSpPr/>
      </dsp:nvSpPr>
      <dsp:spPr>
        <a:xfrm>
          <a:off x="0" y="1291716"/>
          <a:ext cx="63642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9910"/>
              <a:satOff val="-2263"/>
              <a:lumOff val="-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9A80C-DD26-4D5E-8FD6-127059707D94}">
      <dsp:nvSpPr>
        <dsp:cNvPr id="0" name=""/>
        <dsp:cNvSpPr/>
      </dsp:nvSpPr>
      <dsp:spPr>
        <a:xfrm>
          <a:off x="318211" y="996515"/>
          <a:ext cx="4454956" cy="590400"/>
        </a:xfrm>
        <a:prstGeom prst="roundRect">
          <a:avLst/>
        </a:prstGeom>
        <a:solidFill>
          <a:schemeClr val="accent2">
            <a:hueOff val="-489910"/>
            <a:satOff val="-2263"/>
            <a:lumOff val="-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Tracks: </a:t>
          </a:r>
          <a:endParaRPr lang="en-US" sz="2000" kern="1200"/>
        </a:p>
      </dsp:txBody>
      <dsp:txXfrm>
        <a:off x="347032" y="1025336"/>
        <a:ext cx="4397314" cy="532758"/>
      </dsp:txXfrm>
    </dsp:sp>
    <dsp:sp modelId="{61B9E328-C68E-4BD6-8B50-3D8E12D1BA2F}">
      <dsp:nvSpPr>
        <dsp:cNvPr id="0" name=""/>
        <dsp:cNvSpPr/>
      </dsp:nvSpPr>
      <dsp:spPr>
        <a:xfrm>
          <a:off x="0" y="2198916"/>
          <a:ext cx="63642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9820"/>
              <a:satOff val="-4526"/>
              <a:lumOff val="-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741A1-AF77-4847-8CED-3765C03222E4}">
      <dsp:nvSpPr>
        <dsp:cNvPr id="0" name=""/>
        <dsp:cNvSpPr/>
      </dsp:nvSpPr>
      <dsp:spPr>
        <a:xfrm>
          <a:off x="318211" y="1903716"/>
          <a:ext cx="4454956" cy="590400"/>
        </a:xfrm>
        <a:prstGeom prst="roundRect">
          <a:avLst/>
        </a:prstGeom>
        <a:solidFill>
          <a:schemeClr val="accent2">
            <a:hueOff val="-979820"/>
            <a:satOff val="-4526"/>
            <a:lumOff val="-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Success messages </a:t>
          </a:r>
          <a:endParaRPr lang="en-US" sz="2000" kern="1200"/>
        </a:p>
      </dsp:txBody>
      <dsp:txXfrm>
        <a:off x="347032" y="1932537"/>
        <a:ext cx="4397314" cy="532758"/>
      </dsp:txXfrm>
    </dsp:sp>
    <dsp:sp modelId="{7B623A09-DDAF-4B9D-94C6-C33D4EF5E92A}">
      <dsp:nvSpPr>
        <dsp:cNvPr id="0" name=""/>
        <dsp:cNvSpPr/>
      </dsp:nvSpPr>
      <dsp:spPr>
        <a:xfrm>
          <a:off x="0" y="3106116"/>
          <a:ext cx="63642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69730"/>
              <a:satOff val="-6788"/>
              <a:lumOff val="-1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49D88-3AA1-41D0-833D-281556DEB0C9}">
      <dsp:nvSpPr>
        <dsp:cNvPr id="0" name=""/>
        <dsp:cNvSpPr/>
      </dsp:nvSpPr>
      <dsp:spPr>
        <a:xfrm>
          <a:off x="318211" y="2810916"/>
          <a:ext cx="4454956" cy="590400"/>
        </a:xfrm>
        <a:prstGeom prst="roundRect">
          <a:avLst/>
        </a:prstGeom>
        <a:solidFill>
          <a:schemeClr val="accent2">
            <a:hueOff val="-1469730"/>
            <a:satOff val="-6788"/>
            <a:lumOff val="-1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Errors </a:t>
          </a:r>
          <a:endParaRPr lang="en-US" sz="2000" kern="1200"/>
        </a:p>
      </dsp:txBody>
      <dsp:txXfrm>
        <a:off x="347032" y="2839737"/>
        <a:ext cx="4397314" cy="532758"/>
      </dsp:txXfrm>
    </dsp:sp>
    <dsp:sp modelId="{D01F5993-3464-4DCE-BC58-A8BF7FBF73E5}">
      <dsp:nvSpPr>
        <dsp:cNvPr id="0" name=""/>
        <dsp:cNvSpPr/>
      </dsp:nvSpPr>
      <dsp:spPr>
        <a:xfrm>
          <a:off x="0" y="4013316"/>
          <a:ext cx="63642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959640"/>
              <a:satOff val="-9051"/>
              <a:lumOff val="-1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F0FE9-222C-4E0D-98D4-B83D2061506B}">
      <dsp:nvSpPr>
        <dsp:cNvPr id="0" name=""/>
        <dsp:cNvSpPr/>
      </dsp:nvSpPr>
      <dsp:spPr>
        <a:xfrm>
          <a:off x="318211" y="3718116"/>
          <a:ext cx="4454956" cy="590400"/>
        </a:xfrm>
        <a:prstGeom prst="roundRect">
          <a:avLst/>
        </a:prstGeom>
        <a:solidFill>
          <a:schemeClr val="accent2">
            <a:hueOff val="-1959640"/>
            <a:satOff val="-9051"/>
            <a:lumOff val="-1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Data insertion status </a:t>
          </a:r>
          <a:endParaRPr lang="en-US" sz="2000" kern="1200"/>
        </a:p>
      </dsp:txBody>
      <dsp:txXfrm>
        <a:off x="347032" y="3746937"/>
        <a:ext cx="4397314" cy="532758"/>
      </dsp:txXfrm>
    </dsp:sp>
    <dsp:sp modelId="{1D889711-21A2-43CD-9DEB-31BDEF330F04}">
      <dsp:nvSpPr>
        <dsp:cNvPr id="0" name=""/>
        <dsp:cNvSpPr/>
      </dsp:nvSpPr>
      <dsp:spPr>
        <a:xfrm>
          <a:off x="0" y="4920516"/>
          <a:ext cx="63642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449550"/>
              <a:satOff val="-11314"/>
              <a:lumOff val="-23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91FC9-4A55-4CC7-A322-CC05CCD0980F}">
      <dsp:nvSpPr>
        <dsp:cNvPr id="0" name=""/>
        <dsp:cNvSpPr/>
      </dsp:nvSpPr>
      <dsp:spPr>
        <a:xfrm>
          <a:off x="318211" y="4625316"/>
          <a:ext cx="4454956" cy="59040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Helps debugging and monitoring </a:t>
          </a:r>
          <a:endParaRPr lang="en-US" sz="2000" kern="1200"/>
        </a:p>
      </dsp:txBody>
      <dsp:txXfrm>
        <a:off x="347032" y="4654137"/>
        <a:ext cx="4397314" cy="5327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DB4D5-378E-4EF1-9DCF-CA36AB7543D9}">
      <dsp:nvSpPr>
        <dsp:cNvPr id="0" name=""/>
        <dsp:cNvSpPr/>
      </dsp:nvSpPr>
      <dsp:spPr>
        <a:xfrm>
          <a:off x="0" y="934056"/>
          <a:ext cx="63642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4F442-C826-49BF-B5A0-7FE6157EBA95}">
      <dsp:nvSpPr>
        <dsp:cNvPr id="0" name=""/>
        <dsp:cNvSpPr/>
      </dsp:nvSpPr>
      <dsp:spPr>
        <a:xfrm>
          <a:off x="318211" y="653616"/>
          <a:ext cx="4454956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Retry mechanism for failed requests</a:t>
          </a:r>
        </a:p>
      </dsp:txBody>
      <dsp:txXfrm>
        <a:off x="345591" y="680996"/>
        <a:ext cx="4400196" cy="506120"/>
      </dsp:txXfrm>
    </dsp:sp>
    <dsp:sp modelId="{2FA7D142-FBD9-400B-9348-9380BBB72A74}">
      <dsp:nvSpPr>
        <dsp:cNvPr id="0" name=""/>
        <dsp:cNvSpPr/>
      </dsp:nvSpPr>
      <dsp:spPr>
        <a:xfrm>
          <a:off x="0" y="1795896"/>
          <a:ext cx="63642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12388"/>
              <a:satOff val="-2828"/>
              <a:lumOff val="-5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1C2AE-8D47-4B03-BB29-B54DC0F22C7D}">
      <dsp:nvSpPr>
        <dsp:cNvPr id="0" name=""/>
        <dsp:cNvSpPr/>
      </dsp:nvSpPr>
      <dsp:spPr>
        <a:xfrm>
          <a:off x="318211" y="1515456"/>
          <a:ext cx="4454956" cy="560880"/>
        </a:xfrm>
        <a:prstGeom prst="roundRect">
          <a:avLst/>
        </a:prstGeom>
        <a:solidFill>
          <a:schemeClr val="accent2">
            <a:hueOff val="-612388"/>
            <a:satOff val="-2828"/>
            <a:lumOff val="-5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Handles:</a:t>
          </a:r>
          <a:endParaRPr lang="en-US" sz="1900" kern="1200"/>
        </a:p>
      </dsp:txBody>
      <dsp:txXfrm>
        <a:off x="345591" y="1542836"/>
        <a:ext cx="4400196" cy="506120"/>
      </dsp:txXfrm>
    </dsp:sp>
    <dsp:sp modelId="{02F335A0-C0A3-4BD7-941E-08A3F0EE8DBD}">
      <dsp:nvSpPr>
        <dsp:cNvPr id="0" name=""/>
        <dsp:cNvSpPr/>
      </dsp:nvSpPr>
      <dsp:spPr>
        <a:xfrm>
          <a:off x="0" y="2657736"/>
          <a:ext cx="63642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224775"/>
              <a:satOff val="-5657"/>
              <a:lumOff val="-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EED89-0844-4755-913B-67BEB1D8095A}">
      <dsp:nvSpPr>
        <dsp:cNvPr id="0" name=""/>
        <dsp:cNvSpPr/>
      </dsp:nvSpPr>
      <dsp:spPr>
        <a:xfrm>
          <a:off x="318211" y="2377296"/>
          <a:ext cx="4454956" cy="560880"/>
        </a:xfrm>
        <a:prstGeom prst="roundRect">
          <a:avLst/>
        </a:prstGeom>
        <a:solidFill>
          <a:schemeClr val="accent2">
            <a:hueOff val="-1224775"/>
            <a:satOff val="-5657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Network failures</a:t>
          </a:r>
          <a:endParaRPr lang="en-US" sz="1900" kern="1200"/>
        </a:p>
      </dsp:txBody>
      <dsp:txXfrm>
        <a:off x="345591" y="2404676"/>
        <a:ext cx="4400196" cy="506120"/>
      </dsp:txXfrm>
    </dsp:sp>
    <dsp:sp modelId="{82B352D1-B682-4B64-9F4D-CCC0731373AB}">
      <dsp:nvSpPr>
        <dsp:cNvPr id="0" name=""/>
        <dsp:cNvSpPr/>
      </dsp:nvSpPr>
      <dsp:spPr>
        <a:xfrm>
          <a:off x="0" y="3519576"/>
          <a:ext cx="63642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837163"/>
              <a:satOff val="-8485"/>
              <a:lumOff val="-17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A7B66F-5F0D-4334-9DFD-C741A1BF04F3}">
      <dsp:nvSpPr>
        <dsp:cNvPr id="0" name=""/>
        <dsp:cNvSpPr/>
      </dsp:nvSpPr>
      <dsp:spPr>
        <a:xfrm>
          <a:off x="318211" y="3239136"/>
          <a:ext cx="4454956" cy="560880"/>
        </a:xfrm>
        <a:prstGeom prst="roundRect">
          <a:avLst/>
        </a:prstGeom>
        <a:solidFill>
          <a:schemeClr val="accent2">
            <a:hueOff val="-1837163"/>
            <a:satOff val="-8485"/>
            <a:lumOff val="-17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Missing elements</a:t>
          </a:r>
          <a:endParaRPr lang="en-US" sz="1900" kern="1200"/>
        </a:p>
      </dsp:txBody>
      <dsp:txXfrm>
        <a:off x="345591" y="3266516"/>
        <a:ext cx="4400196" cy="506120"/>
      </dsp:txXfrm>
    </dsp:sp>
    <dsp:sp modelId="{196FD74D-A050-4032-836F-DC6986850BAD}">
      <dsp:nvSpPr>
        <dsp:cNvPr id="0" name=""/>
        <dsp:cNvSpPr/>
      </dsp:nvSpPr>
      <dsp:spPr>
        <a:xfrm>
          <a:off x="0" y="4381416"/>
          <a:ext cx="63642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449550"/>
              <a:satOff val="-11314"/>
              <a:lumOff val="-23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B4268-F0B0-431A-B3B5-3E3E3C7ECEBC}">
      <dsp:nvSpPr>
        <dsp:cNvPr id="0" name=""/>
        <dsp:cNvSpPr/>
      </dsp:nvSpPr>
      <dsp:spPr>
        <a:xfrm>
          <a:off x="318211" y="4100976"/>
          <a:ext cx="4454956" cy="56088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Ensures robustness</a:t>
          </a:r>
          <a:endParaRPr lang="en-US" sz="1900" kern="1200"/>
        </a:p>
      </dsp:txBody>
      <dsp:txXfrm>
        <a:off x="345591" y="4128356"/>
        <a:ext cx="4400196" cy="5061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5C9D4-B78B-4A4C-A56A-DE29F20999EE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E437D-2BD7-4E62-A531-659DB574AB4D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9DC71-EA21-4576-9D59-64479DB07EB0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Successfully scraped city weather data </a:t>
          </a:r>
          <a:endParaRPr lang="en-US" sz="1900" kern="1200"/>
        </a:p>
      </dsp:txBody>
      <dsp:txXfrm>
        <a:off x="877842" y="1783"/>
        <a:ext cx="5486381" cy="760036"/>
      </dsp:txXfrm>
    </dsp:sp>
    <dsp:sp modelId="{38360623-DF14-453C-99E2-D594719F6EC5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F7D97-F223-4472-B459-080B5A15564E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E0FDF-C52A-4A59-B767-9EF8F1E06ED3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Example: </a:t>
          </a:r>
          <a:endParaRPr lang="en-US" sz="1900" kern="1200"/>
        </a:p>
      </dsp:txBody>
      <dsp:txXfrm>
        <a:off x="877842" y="951829"/>
        <a:ext cx="5486381" cy="760036"/>
      </dsp:txXfrm>
    </dsp:sp>
    <dsp:sp modelId="{18103F21-65F8-4574-9CEF-7863837F65E8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45287-1835-4933-A496-8183BAEFC632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5C7DF-F7AB-45EB-9B9D-2E742459461A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Temperature: 31°C </a:t>
          </a:r>
          <a:endParaRPr lang="en-US" sz="1900" kern="1200"/>
        </a:p>
      </dsp:txBody>
      <dsp:txXfrm>
        <a:off x="877842" y="1901874"/>
        <a:ext cx="5486381" cy="760036"/>
      </dsp:txXfrm>
    </dsp:sp>
    <dsp:sp modelId="{7B7A65DA-E911-4D7E-BB61-3C14ED1DE117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FE32C-05F4-4637-BD5C-87A64B5CFE4F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8E116-7227-4BEE-936E-E993C2482DD7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Condition: Overcast </a:t>
          </a:r>
          <a:endParaRPr lang="en-US" sz="1900" kern="1200"/>
        </a:p>
      </dsp:txBody>
      <dsp:txXfrm>
        <a:off x="877842" y="2851920"/>
        <a:ext cx="5486381" cy="760036"/>
      </dsp:txXfrm>
    </dsp:sp>
    <dsp:sp modelId="{5BFACE4A-102D-4800-8A47-6902754ACC87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9D08B-4CBC-4657-AAE6-FB79B420A2A7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709F7-86DD-421D-A619-E07D5BAAA283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AQI: 116 </a:t>
          </a:r>
          <a:endParaRPr lang="en-US" sz="1900" kern="1200"/>
        </a:p>
      </dsp:txBody>
      <dsp:txXfrm>
        <a:off x="877842" y="3801966"/>
        <a:ext cx="5486381" cy="760036"/>
      </dsp:txXfrm>
    </dsp:sp>
    <dsp:sp modelId="{9D11B8DF-CB06-4E27-B021-09E5F92ED809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D224A-8D2A-4960-94DE-95FFFD4F6BC8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6D4AB-A571-4CF2-A516-33BD84ADC440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stored in DB successfully </a:t>
          </a:r>
          <a:endParaRPr lang="en-US" sz="1900" kern="1200"/>
        </a:p>
      </dsp:txBody>
      <dsp:txXfrm>
        <a:off x="877842" y="4752011"/>
        <a:ext cx="5486381" cy="7600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3F716-B1BD-4640-A2D3-CB314D635356}">
      <dsp:nvSpPr>
        <dsp:cNvPr id="0" name=""/>
        <dsp:cNvSpPr/>
      </dsp:nvSpPr>
      <dsp:spPr>
        <a:xfrm>
          <a:off x="1212569" y="990292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DF540-B6B3-48D4-AA17-B8D6A915EF19}">
      <dsp:nvSpPr>
        <dsp:cNvPr id="0" name=""/>
        <dsp:cNvSpPr/>
      </dsp:nvSpPr>
      <dsp:spPr>
        <a:xfrm>
          <a:off x="417971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Dynamic website structure </a:t>
          </a:r>
          <a:endParaRPr lang="en-US" sz="2500" kern="1200" dirty="0"/>
        </a:p>
      </dsp:txBody>
      <dsp:txXfrm>
        <a:off x="417971" y="2647231"/>
        <a:ext cx="2889450" cy="720000"/>
      </dsp:txXfrm>
    </dsp:sp>
    <dsp:sp modelId="{BD53AC08-255D-445A-81F3-AC701F2A450A}">
      <dsp:nvSpPr>
        <dsp:cNvPr id="0" name=""/>
        <dsp:cNvSpPr/>
      </dsp:nvSpPr>
      <dsp:spPr>
        <a:xfrm>
          <a:off x="4607673" y="990292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BD4DE-27A7-4269-8287-CFF28BA3124B}">
      <dsp:nvSpPr>
        <dsp:cNvPr id="0" name=""/>
        <dsp:cNvSpPr/>
      </dsp:nvSpPr>
      <dsp:spPr>
        <a:xfrm>
          <a:off x="3813075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Data inconsistency </a:t>
          </a:r>
          <a:endParaRPr lang="en-US" sz="2500" kern="1200" dirty="0"/>
        </a:p>
      </dsp:txBody>
      <dsp:txXfrm>
        <a:off x="3813075" y="2647231"/>
        <a:ext cx="2889450" cy="720000"/>
      </dsp:txXfrm>
    </dsp:sp>
    <dsp:sp modelId="{D9F8A891-8F4F-494C-966E-4D159CEA0E6F}">
      <dsp:nvSpPr>
        <dsp:cNvPr id="0" name=""/>
        <dsp:cNvSpPr/>
      </dsp:nvSpPr>
      <dsp:spPr>
        <a:xfrm>
          <a:off x="8002777" y="990292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2030B-8F2F-4A0D-A1FE-127B1C90FD8D}">
      <dsp:nvSpPr>
        <dsp:cNvPr id="0" name=""/>
        <dsp:cNvSpPr/>
      </dsp:nvSpPr>
      <dsp:spPr>
        <a:xfrm>
          <a:off x="7208178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Handling missing values </a:t>
          </a:r>
          <a:endParaRPr lang="en-US" sz="2500" kern="1200" dirty="0"/>
        </a:p>
      </dsp:txBody>
      <dsp:txXfrm>
        <a:off x="7208178" y="2647231"/>
        <a:ext cx="28894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F336B-A9D1-47E8-9304-040C7948026B}">
      <dsp:nvSpPr>
        <dsp:cNvPr id="0" name=""/>
        <dsp:cNvSpPr/>
      </dsp:nvSpPr>
      <dsp:spPr>
        <a:xfrm>
          <a:off x="1212569" y="990292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D5DAB-B634-4317-B12F-A84764D4EF54}">
      <dsp:nvSpPr>
        <dsp:cNvPr id="0" name=""/>
        <dsp:cNvSpPr/>
      </dsp:nvSpPr>
      <dsp:spPr>
        <a:xfrm>
          <a:off x="417971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Built a complete </a:t>
          </a:r>
          <a:r>
            <a:rPr lang="en-US" sz="2200" b="1" i="0" kern="1200" baseline="0"/>
            <a:t>end-to-end data pipeline</a:t>
          </a:r>
          <a:r>
            <a:rPr lang="en-US" sz="2200" b="0" i="0" kern="1200" baseline="0"/>
            <a:t> </a:t>
          </a:r>
          <a:endParaRPr lang="en-US" sz="2200" kern="1200"/>
        </a:p>
      </dsp:txBody>
      <dsp:txXfrm>
        <a:off x="417971" y="2647231"/>
        <a:ext cx="2889450" cy="720000"/>
      </dsp:txXfrm>
    </dsp:sp>
    <dsp:sp modelId="{B935E03E-CBF1-4F62-A1A4-BAC8B576FD74}">
      <dsp:nvSpPr>
        <dsp:cNvPr id="0" name=""/>
        <dsp:cNvSpPr/>
      </dsp:nvSpPr>
      <dsp:spPr>
        <a:xfrm>
          <a:off x="4607673" y="990292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87EDA-0B95-4280-AC07-157530283AD3}">
      <dsp:nvSpPr>
        <dsp:cNvPr id="0" name=""/>
        <dsp:cNvSpPr/>
      </dsp:nvSpPr>
      <dsp:spPr>
        <a:xfrm>
          <a:off x="3813075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Automated data extraction and storage </a:t>
          </a:r>
          <a:endParaRPr lang="en-US" sz="2200" kern="1200"/>
        </a:p>
      </dsp:txBody>
      <dsp:txXfrm>
        <a:off x="3813075" y="2647231"/>
        <a:ext cx="2889450" cy="720000"/>
      </dsp:txXfrm>
    </dsp:sp>
    <dsp:sp modelId="{C7A24BCD-6476-43A0-B0DA-E9F4F8333B42}">
      <dsp:nvSpPr>
        <dsp:cNvPr id="0" name=""/>
        <dsp:cNvSpPr/>
      </dsp:nvSpPr>
      <dsp:spPr>
        <a:xfrm>
          <a:off x="8002777" y="990292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2D79A-AF90-4FD0-A19F-A0A26129B53B}">
      <dsp:nvSpPr>
        <dsp:cNvPr id="0" name=""/>
        <dsp:cNvSpPr/>
      </dsp:nvSpPr>
      <dsp:spPr>
        <a:xfrm>
          <a:off x="7208178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Ready for analytics and visualization </a:t>
          </a:r>
          <a:endParaRPr lang="en-US" sz="2200" kern="1200"/>
        </a:p>
      </dsp:txBody>
      <dsp:txXfrm>
        <a:off x="7208178" y="2647231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DB0E5-097D-4ABB-9590-BF1BEDE58FA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8D1E5-D3AE-4507-A155-6D1E74263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31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8D1E5-D3AE-4507-A155-6D1E7426347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35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35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6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2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1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5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6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3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7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0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Cloud shaped hard drive with cables">
            <a:extLst>
              <a:ext uri="{FF2B5EF4-FFF2-40B4-BE49-F238E27FC236}">
                <a16:creationId xmlns:a16="http://schemas.microsoft.com/office/drawing/2014/main" id="{670C7981-38A9-F350-A200-08EF2987F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8" r="13819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736D6-1B45-9452-A254-C92E3090A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400" dirty="0"/>
              <a:t>Weather Forecast Web Scraping &amp; Data Pipeline Using Python</a:t>
            </a:r>
            <a:endParaRPr lang="en-IN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91306D-2AC9-0A2D-4F0C-6D4F034512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77980" y="4872922"/>
            <a:ext cx="4023359" cy="12081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Name: Vipul Alsundkar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Tech Stack: Python, Web Scraping, MySQL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40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EC25B-0989-A46C-272C-E9318C33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8F3E1A-CFC6-15A2-3829-1A27E02689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21013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995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F4E21-4474-808B-145F-0FD5BC6A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05B6EB-D11C-72B1-2091-5D1FB206D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23252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15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AFAE5-C592-1DE9-CA70-93FF54D6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Solution Approach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7CF0DF-4929-2FEF-60F5-F120E033C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82131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466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FBA18-3218-AC64-239C-A62477B2B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53397"/>
            <a:ext cx="105156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Project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E4F387-A0B5-86BE-16A9-BF4A09CA82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2011679"/>
            <a:ext cx="10515600" cy="45929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config/settings.py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Stores URLs, headers, configs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scraper/current_weather_scraper.py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Extracts weather data (Temp, Humidity, AQI, etc.)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utils/db_mysql.py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Handles database insertion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utils/logger.py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Logging system for tracking execution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utils/retry.py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Retry mechanism for failed requests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Data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Stored CSV file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Entry point : Main.py</a:t>
            </a:r>
          </a:p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4466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EA9DC-0858-C153-B11B-85BDE57D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US" dirty="0"/>
              <a:t>Data Extracted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8DB384-2326-5706-C037-FD2A09618C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880449"/>
              </p:ext>
            </p:extLst>
          </p:nvPr>
        </p:nvGraphicFramePr>
        <p:xfrm>
          <a:off x="4553712" y="621792"/>
          <a:ext cx="6812280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40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4B538-4B2E-0B95-777C-E28B800A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507160"/>
            <a:ext cx="2993571" cy="5438730"/>
          </a:xfrm>
        </p:spPr>
        <p:txBody>
          <a:bodyPr>
            <a:normAutofit/>
          </a:bodyPr>
          <a:lstStyle/>
          <a:p>
            <a:r>
              <a:rPr lang="en-US" sz="3200"/>
              <a:t>Scraping Logic (Using Selenium)</a:t>
            </a:r>
            <a:endParaRPr lang="en-IN" sz="3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874481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37588E3-0A88-EB9B-8472-A2C8E3643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110352"/>
              </p:ext>
            </p:extLst>
          </p:nvPr>
        </p:nvGraphicFramePr>
        <p:xfrm>
          <a:off x="4526280" y="512064"/>
          <a:ext cx="6830568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069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E0351-2172-6C55-F11B-D424A316F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IN" dirty="0"/>
              <a:t>Code Highlights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CBE70DB-5B27-3DA6-068F-7179F550BF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534887"/>
              </p:ext>
            </p:extLst>
          </p:nvPr>
        </p:nvGraphicFramePr>
        <p:xfrm>
          <a:off x="4553712" y="621792"/>
          <a:ext cx="6812280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73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CB550-626E-084E-37DE-28B42DDCF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Data Storage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E091DF9E-EDE9-AC77-30CE-CC055F5AB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01057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3526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2857B-D0AA-AA4C-5FB9-61B86CA0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dirty="0"/>
              <a:t>Database Integration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A6E4ADA-2417-D2A9-B612-1C8207797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236439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356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C896D-0D54-1EA2-3A9F-2D0CC282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Logging System</a:t>
            </a:r>
            <a:br>
              <a:rPr lang="en-US"/>
            </a:b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257E6E3-738B-7B95-74C4-A58BB7454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81202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593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EB025-AE22-A828-9F55-C1EABD81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dirty="0"/>
              <a:t>Error Handling &amp; Retry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CD0A85-037F-A922-1C8A-9F691C6488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37787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1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D73BA-946A-786D-2827-2B72BA3F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dirty="0"/>
              <a:t>Output 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9DCA7FC-866F-3403-542A-F1C6D39297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66162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6865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7BEA3-7301-C932-0757-D4D5C24D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Challenges Faced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D292087-11C5-6CBC-2022-FBFBB864E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63491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1720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98B54-00D0-0569-66E2-23379DC3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6B0FC17-8EB5-6864-0612-D51648C39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91996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755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9E471-4A9D-EA6D-4C20-CDE78E93A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183902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58063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423</Words>
  <Application>Microsoft Office PowerPoint</Application>
  <PresentationFormat>Widescreen</PresentationFormat>
  <Paragraphs>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Avenir Next LT Pro</vt:lpstr>
      <vt:lpstr>Calibri</vt:lpstr>
      <vt:lpstr>AccentBoxVTI</vt:lpstr>
      <vt:lpstr>Weather Forecast Web Scraping &amp; Data Pipeline Using Python</vt:lpstr>
      <vt:lpstr>Project Overview</vt:lpstr>
      <vt:lpstr>Problem Statement</vt:lpstr>
      <vt:lpstr>Solution Approach</vt:lpstr>
      <vt:lpstr>Project Architecture</vt:lpstr>
      <vt:lpstr>Data Extracted</vt:lpstr>
      <vt:lpstr>Scraping Logic (Using Selenium)</vt:lpstr>
      <vt:lpstr>Code Highlights</vt:lpstr>
      <vt:lpstr>Data Storage</vt:lpstr>
      <vt:lpstr>Database Integration</vt:lpstr>
      <vt:lpstr>Logging System </vt:lpstr>
      <vt:lpstr>Error Handling &amp; Retry</vt:lpstr>
      <vt:lpstr>Output Example </vt:lpstr>
      <vt:lpstr>Challenges Faced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vipul alsundkar</dc:creator>
  <cp:lastModifiedBy>vipul alsundkar</cp:lastModifiedBy>
  <cp:revision>2</cp:revision>
  <dcterms:created xsi:type="dcterms:W3CDTF">2026-04-05T05:16:34Z</dcterms:created>
  <dcterms:modified xsi:type="dcterms:W3CDTF">2026-04-06T06:49:31Z</dcterms:modified>
</cp:coreProperties>
</file>